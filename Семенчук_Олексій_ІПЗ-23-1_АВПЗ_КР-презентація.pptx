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Default Extension="fntdata" ContentType="application/x-fontdata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_rels/slideMaster9.xml.rels" ContentType="application/vnd.openxmlformats-package.relationships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slideMasters/slideMaster9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16.xml" ContentType="application/vnd.openxmlformats-officedocument.theme+xml"/>
  <Override PartName="/ppt/slideLayouts/slideLayout9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_rels/slideLayout8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1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15.xml.rels" ContentType="application/vnd.openxmlformats-package.relationships+xml"/>
  <Override PartName="/ppt/slideLayouts/_rels/slideLayout14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13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12.xml.rels" ContentType="application/vnd.openxmlformats-package.relationships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7.xml" ContentType="application/vnd.openxmlformats-officedocument.presentationml.slideLayout+xml"/>
  <Override PartName="/ppt/presProps.xml" ContentType="application/vnd.openxmlformats-officedocument.presentationml.presProps+xml"/>
  <Override PartName="/ppt/media/image1.png" ContentType="image/png"/>
  <Override PartName="/ppt/media/image2.png" ContentType="image/png"/>
  <Override PartName="/ppt/_rels/presentation.xml.rels" ContentType="application/vnd.openxmlformats-package.relationships+xml"/>
  <Override PartName="/ppt/notesMasters/_rels/notesMaster1.xml.rels" ContentType="application/vnd.openxmlformats-package.relationships+xml"/>
  <Override PartName="/ppt/notesMasters/notesMaster1.xml" ContentType="application/vnd.openxmlformats-officedocument.presentationml.notes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_rels/slide9.xml.rels" ContentType="application/vnd.openxmlformats-package.relationships+xml"/>
  <Override PartName="/ppt/slides/_rels/slide8.xml.rels" ContentType="application/vnd.openxmlformats-package.relationships+xml"/>
  <Override PartName="/ppt/slides/_rels/slide7.xml.rels" ContentType="application/vnd.openxmlformats-package.relationships+xml"/>
  <Override PartName="/ppt/slides/_rels/slide6.xml.rels" ContentType="application/vnd.openxmlformats-package.relationships+xml"/>
  <Override PartName="/ppt/slides/_rels/slide5.xml.rels" ContentType="application/vnd.openxmlformats-package.relationships+xml"/>
  <Override PartName="/ppt/slides/_rels/slide4.xml.rels" ContentType="application/vnd.openxmlformats-package.relationships+xml"/>
  <Override PartName="/ppt/slides/_rels/slide3.xml.rels" ContentType="application/vnd.openxmlformats-package.relationships+xml"/>
  <Override PartName="/ppt/slides/_rels/slide2.xml.rels" ContentType="application/vnd.openxmlformats-package.relationships+xml"/>
  <Override PartName="/ppt/slides/_rels/slide1.xml.rels" ContentType="application/vnd.openxmlformats-package.relationships+xml"/>
  <Override PartName="/ppt/slides/slide4.xml" ContentType="application/vnd.openxmlformats-officedocument.presentationml.slide+xml"/>
  <Override PartName="/ppt/slides/slide6.xml" ContentType="application/vnd.openxmlformats-officedocument.presentationml.slide+xml"/>
  <Override PartName="/ppt/slides/slide5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Slides/_rels/notesSlide8.xml.rels" ContentType="application/vnd.openxmlformats-package.relationships+xml"/>
  <Override PartName="/ppt/notesSlides/_rels/notesSlide7.xml.rels" ContentType="application/vnd.openxmlformats-package.relationships+xml"/>
  <Override PartName="/ppt/notesSlides/_rels/notesSlide6.xml.rels" ContentType="application/vnd.openxmlformats-package.relationships+xml"/>
  <Override PartName="/ppt/notesSlides/_rels/notesSlide5.xml.rels" ContentType="application/vnd.openxmlformats-package.relationships+xml"/>
  <Override PartName="/ppt/notesSlides/_rels/notesSlide4.xml.rels" ContentType="application/vnd.openxmlformats-package.relationships+xml"/>
  <Override PartName="/ppt/notesSlides/_rels/notesSlide9.xml.rels" ContentType="application/vnd.openxmlformats-package.relationships+xml"/>
  <Override PartName="/ppt/notesSlides/_rels/notesSlide1.xml.rels" ContentType="application/vnd.openxmlformats-package.relationships+xml"/>
  <Override PartName="/ppt/notesSlides/notesSlide1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9.xml" ContentType="application/vnd.openxmlformats-officedocument.presentationml.notes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63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</p:sldIdLst>
  <p:sldSz cx="12188825" cy="6858000"/>
  <p:notesSz cx="6858000" cy="9144000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9.xml"/><Relationship Id="rId4" Type="http://schemas.openxmlformats.org/officeDocument/2006/relationships/notesMaster" Target="notesMasters/notesMaster1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9" Type="http://schemas.openxmlformats.org/officeDocument/2006/relationships/slide" Target="slides/slide5.xml"/><Relationship Id="rId10" Type="http://schemas.openxmlformats.org/officeDocument/2006/relationships/slide" Target="slides/slide6.xml"/><Relationship Id="rId11" Type="http://schemas.openxmlformats.org/officeDocument/2006/relationships/slide" Target="slides/slide7.xml"/><Relationship Id="rId12" Type="http://schemas.openxmlformats.org/officeDocument/2006/relationships/slide" Target="slides/slide8.xml"/><Relationship Id="rId13" Type="http://schemas.openxmlformats.org/officeDocument/2006/relationships/slide" Target="slides/slide9.xml"/><Relationship Id="rId14" Type="http://schemas.openxmlformats.org/officeDocument/2006/relationships/presProps" Target="presProps.xml"/>
</Relationships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16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PlaceHolder 1"/>
          <p:cNvSpPr>
            <a:spLocks noGrp="1"/>
          </p:cNvSpPr>
          <p:nvPr>
            <p:ph type="sldImg"/>
          </p:nvPr>
        </p:nvSpPr>
        <p:spPr>
          <a:xfrm>
            <a:off x="533520" y="764280"/>
            <a:ext cx="6704640" cy="3771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move the </a:t>
            </a: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slide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40" name="PlaceHolder 2"/>
          <p:cNvSpPr>
            <a:spLocks noGrp="1"/>
          </p:cNvSpPr>
          <p:nvPr>
            <p:ph type="body"/>
          </p:nvPr>
        </p:nvSpPr>
        <p:spPr>
          <a:xfrm>
            <a:off x="777240" y="4777560"/>
            <a:ext cx="621756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buNone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notes format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1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&lt;header&gt;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2" name="PlaceHolder 4"/>
          <p:cNvSpPr>
            <a:spLocks noGrp="1"/>
          </p:cNvSpPr>
          <p:nvPr>
            <p:ph type="dt" idx="31"/>
          </p:nvPr>
        </p:nvSpPr>
        <p:spPr>
          <a:xfrm>
            <a:off x="4399200" y="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3" name="PlaceHolder 5"/>
          <p:cNvSpPr>
            <a:spLocks noGrp="1"/>
          </p:cNvSpPr>
          <p:nvPr>
            <p:ph type="ftr" idx="32"/>
          </p:nvPr>
        </p:nvSpPr>
        <p:spPr>
          <a:xfrm>
            <a:off x="0" y="955548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4" name="PlaceHolder 6"/>
          <p:cNvSpPr>
            <a:spLocks noGrp="1"/>
          </p:cNvSpPr>
          <p:nvPr>
            <p:ph type="sldNum" idx="33"/>
          </p:nvPr>
        </p:nvSpPr>
        <p:spPr>
          <a:xfrm>
            <a:off x="4399200" y="955548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 algn="r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fld id="{DBD0E61D-6FDA-4C29-BF70-7577CC933FC2}" type="slidenum"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1.xml.rels><?xml version="1.0" encoding="UTF-8"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
</Relationships>
</file>

<file path=ppt/notesSlides/_rels/notesSlide4.xml.rels><?xml version="1.0" encoding="UTF-8"?>
<Relationships xmlns="http://schemas.openxmlformats.org/package/2006/relationships"><Relationship Id="rId1" Type="http://schemas.openxmlformats.org/officeDocument/2006/relationships/slide" Target="../slides/slide4.xml"/><Relationship Id="rId2" Type="http://schemas.openxmlformats.org/officeDocument/2006/relationships/notesMaster" Target="../notesMasters/notesMaster1.xml"/>
</Relationships>
</file>

<file path=ppt/notesSlides/_rels/notesSlide5.xml.rels><?xml version="1.0" encoding="UTF-8"?>
<Relationships xmlns="http://schemas.openxmlformats.org/package/2006/relationships"><Relationship Id="rId1" Type="http://schemas.openxmlformats.org/officeDocument/2006/relationships/slide" Target="../slides/slide5.xml"/><Relationship Id="rId2" Type="http://schemas.openxmlformats.org/officeDocument/2006/relationships/notesMaster" Target="../notesMasters/notesMaster1.xml"/>
</Relationships>
</file>

<file path=ppt/notesSlides/_rels/notesSlide6.xml.rels><?xml version="1.0" encoding="UTF-8"?>
<Relationships xmlns="http://schemas.openxmlformats.org/package/2006/relationships"><Relationship Id="rId1" Type="http://schemas.openxmlformats.org/officeDocument/2006/relationships/slide" Target="../slides/slide6.xml"/><Relationship Id="rId2" Type="http://schemas.openxmlformats.org/officeDocument/2006/relationships/notesMaster" Target="../notesMasters/notesMaster1.xml"/>
</Relationships>
</file>

<file path=ppt/notesSlides/_rels/notesSlide7.xml.rels><?xml version="1.0" encoding="UTF-8"?>
<Relationships xmlns="http://schemas.openxmlformats.org/package/2006/relationships"><Relationship Id="rId1" Type="http://schemas.openxmlformats.org/officeDocument/2006/relationships/slide" Target="../slides/slide7.xml"/><Relationship Id="rId2" Type="http://schemas.openxmlformats.org/officeDocument/2006/relationships/notesMaster" Target="../notesMasters/notesMaster1.xml"/>
</Relationships>
</file>

<file path=ppt/notesSlides/_rels/notesSlide8.xml.rels><?xml version="1.0" encoding="UTF-8"?>
<Relationships xmlns="http://schemas.openxmlformats.org/package/2006/relationships"><Relationship Id="rId1" Type="http://schemas.openxmlformats.org/officeDocument/2006/relationships/slide" Target="../slides/slide8.xml"/><Relationship Id="rId2" Type="http://schemas.openxmlformats.org/officeDocument/2006/relationships/notesMaster" Target="../notesMasters/notesMaster1.xml"/>
</Relationships>
</file>

<file path=ppt/notesSlides/_rels/notesSlide9.xml.rels><?xml version="1.0" encoding="UTF-8"?>
<Relationships xmlns="http://schemas.openxmlformats.org/package/2006/relationships"><Relationship Id="rId1" Type="http://schemas.openxmlformats.org/officeDocument/2006/relationships/slide" Target="../slides/slide9.xml"/><Relationship Id="rId2" Type="http://schemas.openxmlformats.org/officeDocument/2006/relationships/notesMaster" Target="../notesMasters/notesMaster1.xml"/>
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84" name="PlaceHolder 2"/>
          <p:cNvSpPr>
            <a:spLocks noGrp="1"/>
          </p:cNvSpPr>
          <p:nvPr>
            <p:ph type="sldNum" idx="34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b="0" lang="en-US" sz="12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BA6E5061-0514-44D1-9A43-28CE603E7CD5}" type="slidenum">
              <a:rPr b="0" lang="en-US" sz="12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86" name="PlaceHolder 2"/>
          <p:cNvSpPr>
            <a:spLocks noGrp="1"/>
          </p:cNvSpPr>
          <p:nvPr>
            <p:ph type="sldNum" idx="35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b="0" lang="en-US" sz="12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BDAA615F-BF58-41A7-9CFB-BD9F03145255}" type="slidenum">
              <a:rPr b="0" lang="en-US" sz="12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88" name="PlaceHolder 2"/>
          <p:cNvSpPr>
            <a:spLocks noGrp="1"/>
          </p:cNvSpPr>
          <p:nvPr>
            <p:ph type="sldNum" idx="36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b="0" lang="en-US" sz="12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D316260C-FD71-47BD-B04B-49C111510180}" type="slidenum">
              <a:rPr b="0" lang="en-US" sz="12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90" name="PlaceHolder 2"/>
          <p:cNvSpPr>
            <a:spLocks noGrp="1"/>
          </p:cNvSpPr>
          <p:nvPr>
            <p:ph type="sldNum" idx="37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b="0" lang="en-US" sz="12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3EC41766-2ED3-4CAF-A302-99A002BC260F}" type="slidenum">
              <a:rPr b="0" lang="en-US" sz="12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92" name="PlaceHolder 2"/>
          <p:cNvSpPr>
            <a:spLocks noGrp="1"/>
          </p:cNvSpPr>
          <p:nvPr>
            <p:ph type="sldNum" idx="38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b="0" lang="en-US" sz="12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6EC64DEF-8AF8-4DB8-A245-9F52D14E6EE2}" type="slidenum">
              <a:rPr b="0" lang="en-US" sz="12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94" name="PlaceHolder 2"/>
          <p:cNvSpPr>
            <a:spLocks noGrp="1"/>
          </p:cNvSpPr>
          <p:nvPr>
            <p:ph type="sldNum" idx="39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b="0" lang="en-US" sz="12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0D0ACB6A-FCEB-4831-9C71-EA73CC9E141A}" type="slidenum">
              <a:rPr b="0" lang="en-US" sz="12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96" name="PlaceHolder 2"/>
          <p:cNvSpPr>
            <a:spLocks noGrp="1"/>
          </p:cNvSpPr>
          <p:nvPr>
            <p:ph type="sldNum" idx="40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b="0" lang="en-US" sz="12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3E58B390-2467-4ADD-9E03-A21983E28FC5}" type="slidenum">
              <a:rPr b="0" lang="en-US" sz="12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://www.presentationgo.com/" TargetMode="External"/><Relationship Id="rId3" Type="http://schemas.openxmlformats.org/officeDocument/2006/relationships/image" Target="../media/image1.png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://www.presentationgo.com/" TargetMode="External"/><Relationship Id="rId3" Type="http://schemas.openxmlformats.org/officeDocument/2006/relationships/image" Target="../media/image1.png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://www.presentationgo.com/" TargetMode="External"/><Relationship Id="rId3" Type="http://schemas.openxmlformats.org/officeDocument/2006/relationships/image" Target="../media/image1.png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://www.presentationgo.com/" TargetMode="External"/><Relationship Id="rId3" Type="http://schemas.openxmlformats.org/officeDocument/2006/relationships/image" Target="../media/image1.png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://www.presentationgo.com/" TargetMode="External"/><Relationship Id="rId3" Type="http://schemas.openxmlformats.org/officeDocument/2006/relationships/image" Target="../media/image1.png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://www.presentationgo.com/" TargetMode="External"/><Relationship Id="rId3" Type="http://schemas.openxmlformats.org/officeDocument/2006/relationships/image" Target="../media/image1.png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://www.presentationgo.com/" TargetMode="External"/><Relationship Id="rId3" Type="http://schemas.openxmlformats.org/officeDocument/2006/relationships/image" Target="../media/image1.png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://www.presentationgo.com/" TargetMode="External"/><Relationship Id="rId3" Type="http://schemas.openxmlformats.org/officeDocument/2006/relationships/image" Target="../media/image1.png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://www.presentationgo.com/" TargetMode="External"/><Relationship Id="rId3" Type="http://schemas.openxmlformats.org/officeDocument/2006/relationships/image" Target="../media/image1.png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://www.presentationgo.com/" TargetMode="External"/><Relationship Id="rId3" Type="http://schemas.openxmlformats.org/officeDocument/2006/relationships/image" Target="../media/image1.png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://www.presentationgo.com/" TargetMode="External"/><Relationship Id="rId3" Type="http://schemas.openxmlformats.org/officeDocument/2006/relationships/image" Target="../media/image1.png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://www.presentationgo.com/" TargetMode="External"/><Relationship Id="rId3" Type="http://schemas.openxmlformats.org/officeDocument/2006/relationships/image" Target="../media/image1.png"/>
</Relationships>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://www.presentationgo.com/" TargetMode="External"/><Relationship Id="rId3" Type="http://schemas.openxmlformats.org/officeDocument/2006/relationships/image" Target="../media/image1.png"/>
</Relationships>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://www.presentationgo.com/" TargetMode="External"/><Relationship Id="rId3" Type="http://schemas.openxmlformats.org/officeDocument/2006/relationships/image" Target="../media/image1.png"/>
</Relationships>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9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ver">
    <p:bg>
      <p:bgPr>
        <a:gradFill rotWithShape="0">
          <a:gsLst>
            <a:gs pos="0">
              <a:srgbClr val="253848"/>
            </a:gs>
            <a:gs pos="100000">
              <a:srgbClr val="134163"/>
            </a:gs>
          </a:gsLst>
          <a:lin ang="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6"/>
          <p:cNvSpPr/>
          <p:nvPr/>
        </p:nvSpPr>
        <p:spPr>
          <a:xfrm>
            <a:off x="-11880" y="7007400"/>
            <a:ext cx="1665720" cy="280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100" strike="noStrike" u="none">
                <a:solidFill>
                  <a:schemeClr val="accent1"/>
                </a:solidFill>
                <a:effectLst/>
                <a:uFillTx/>
                <a:latin typeface="Open Sans"/>
              </a:rPr>
              <a:t>© </a:t>
            </a:r>
            <a:r>
              <a:rPr b="0" lang="en-US" sz="1100" strike="noStrike" u="none">
                <a:solidFill>
                  <a:schemeClr val="accent1"/>
                </a:solidFill>
                <a:effectLst/>
                <a:uFillTx/>
                <a:latin typeface="Open Sans"/>
                <a:hlinkClick r:id="rId2"/>
              </a:rPr>
              <a:t>presentationgo.com</a:t>
            </a:r>
            <a:endParaRPr b="0" lang="en-US" sz="11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grpSp>
        <p:nvGrpSpPr>
          <p:cNvPr id="3" name="Group 7"/>
          <p:cNvGrpSpPr/>
          <p:nvPr/>
        </p:nvGrpSpPr>
        <p:grpSpPr>
          <a:xfrm>
            <a:off x="-1653840" y="-16560"/>
            <a:ext cx="1564200" cy="608760"/>
            <a:chOff x="-1653840" y="-16560"/>
            <a:chExt cx="1564200" cy="608760"/>
          </a:xfrm>
        </p:grpSpPr>
        <p:sp>
          <p:nvSpPr>
            <p:cNvPr id="4" name="TextBox 8"/>
            <p:cNvSpPr/>
            <p:nvPr/>
          </p:nvSpPr>
          <p:spPr>
            <a:xfrm>
              <a:off x="-1653840" y="-16560"/>
              <a:ext cx="361440" cy="2430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t">
              <a:spAutoFit/>
            </a:bodyPr>
            <a:p>
              <a:pPr defTabSz="457200">
                <a:lnSpc>
                  <a:spcPct val="100000"/>
                </a:lnSpc>
              </a:pPr>
              <a:r>
                <a:rPr b="0" lang="en-US" sz="1000" strike="noStrike" u="none">
                  <a:solidFill>
                    <a:schemeClr val="dk1"/>
                  </a:solidFill>
                  <a:effectLst/>
                  <a:uFillTx/>
                  <a:latin typeface="Open Sans"/>
                  <a:ea typeface="Open Sans"/>
                </a:rPr>
                <a:t>By:</a:t>
              </a:r>
              <a:endParaRPr b="0" lang="en-US" sz="10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5" name="TextBox 9"/>
            <p:cNvSpPr/>
            <p:nvPr/>
          </p:nvSpPr>
          <p:spPr>
            <a:xfrm>
              <a:off x="-559800" y="349200"/>
              <a:ext cx="470160" cy="2430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t">
              <a:spAutoFit/>
            </a:bodyPr>
            <a:p>
              <a:pPr defTabSz="457200">
                <a:lnSpc>
                  <a:spcPct val="100000"/>
                </a:lnSpc>
              </a:pPr>
              <a:r>
                <a:rPr b="0" lang="en-US" sz="1000" strike="noStrike" u="none">
                  <a:solidFill>
                    <a:schemeClr val="dk1"/>
                  </a:solidFill>
                  <a:effectLst/>
                  <a:uFillTx/>
                  <a:latin typeface="Open Sans"/>
                  <a:ea typeface="Open Sans"/>
                </a:rPr>
                <a:t>.com</a:t>
              </a:r>
              <a:endParaRPr b="0" lang="en-US" sz="10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pic>
          <p:nvPicPr>
            <p:cNvPr id="6" name="Picture 10" descr=""/>
            <p:cNvPicPr/>
            <p:nvPr/>
          </p:nvPicPr>
          <p:blipFill>
            <a:blip r:embed="rId3"/>
            <a:stretch/>
          </p:blipFill>
          <p:spPr>
            <a:xfrm>
              <a:off x="-1576080" y="196560"/>
              <a:ext cx="1404360" cy="185760"/>
            </a:xfrm>
            <a:prstGeom prst="rect">
              <a:avLst/>
            </a:prstGeom>
            <a:noFill/>
            <a:ln w="0">
              <a:noFill/>
            </a:ln>
          </p:spPr>
        </p:pic>
      </p:grpSp>
      <p:sp>
        <p:nvSpPr>
          <p:cNvPr id="7" name="Freeform: Shape 14"/>
          <p:cNvSpPr/>
          <p:nvPr/>
        </p:nvSpPr>
        <p:spPr>
          <a:xfrm>
            <a:off x="360" y="0"/>
            <a:ext cx="10055520" cy="6857640"/>
          </a:xfrm>
          <a:custGeom>
            <a:avLst/>
            <a:gdLst>
              <a:gd name="textAreaLeft" fmla="*/ 0 w 10055520"/>
              <a:gd name="textAreaRight" fmla="*/ 10055880 w 10055520"/>
              <a:gd name="textAreaTop" fmla="*/ 0 h 6857640"/>
              <a:gd name="textAreaBottom" fmla="*/ 6858000 h 6857640"/>
              <a:gd name="GluePoint1X" fmla="*/ 8494919 w 10058400"/>
              <a:gd name="GluePoint1Y" fmla="*/ 0 h 6858000"/>
              <a:gd name="GluePoint2X" fmla="*/ 9660112 w 10058400"/>
              <a:gd name="GluePoint2Y" fmla="*/ 0 h 6858000"/>
              <a:gd name="GluePoint3X" fmla="*/ 7355681 w 10058400"/>
              <a:gd name="GluePoint3Y" fmla="*/ 2424112 h 6858000"/>
              <a:gd name="GluePoint4X" fmla="*/ 7362167 w 10058400"/>
              <a:gd name="GluePoint4Y" fmla="*/ 2410312 h 6858000"/>
              <a:gd name="GluePoint5X" fmla="*/ 7338441 w 10058400"/>
              <a:gd name="GluePoint5Y" fmla="*/ 2435201 h 6858000"/>
              <a:gd name="GluePoint6X" fmla="*/ 10058400 w 10058400"/>
              <a:gd name="GluePoint6Y" fmla="*/ 6041366 h 6858000"/>
              <a:gd name="GluePoint7X" fmla="*/ 9573175 w 10058400"/>
              <a:gd name="GluePoint7Y" fmla="*/ 6858000 h 6858000"/>
              <a:gd name="GluePoint8X" fmla="*/ 0 w 10058400"/>
              <a:gd name="GluePoint8Y" fmla="*/ 6858000 h 6858000"/>
              <a:gd name="GluePoint9X" fmla="*/ 0 w 10058400"/>
              <a:gd name="GluePoint9Y" fmla="*/ 1 h 6858000"/>
              <a:gd name="GluePoint10X" fmla="*/ 8494919 w 10058400"/>
              <a:gd name="GluePoint10Y" fmla="*/ 1 h 6858000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  <a:cxn ang="0">
                <a:pos x="GluePoint5X" y="GluePoint5Y"/>
              </a:cxn>
              <a:cxn ang="0">
                <a:pos x="GluePoint6X" y="GluePoint6Y"/>
              </a:cxn>
              <a:cxn ang="0">
                <a:pos x="GluePoint7X" y="GluePoint7Y"/>
              </a:cxn>
              <a:cxn ang="0">
                <a:pos x="GluePoint8X" y="GluePoint8Y"/>
              </a:cxn>
              <a:cxn ang="0">
                <a:pos x="GluePoint9X" y="GluePoint9Y"/>
              </a:cxn>
              <a:cxn ang="0">
                <a:pos x="GluePoint10X" y="GluePoint10Y"/>
              </a:cxn>
            </a:cxnLst>
            <a:rect l="textAreaLeft" t="textAreaTop" r="textAreaRight" b="textAreaBottom"/>
            <a:pathLst>
              <a:path w="10058400" h="6858000">
                <a:moveTo>
                  <a:pt x="8494919" y="0"/>
                </a:moveTo>
                <a:lnTo>
                  <a:pt x="9660112" y="0"/>
                </a:lnTo>
                <a:lnTo>
                  <a:pt x="7355681" y="2424112"/>
                </a:lnTo>
                <a:lnTo>
                  <a:pt x="7362167" y="2410312"/>
                </a:lnTo>
                <a:lnTo>
                  <a:pt x="7338441" y="2435201"/>
                </a:lnTo>
                <a:lnTo>
                  <a:pt x="10058400" y="6041366"/>
                </a:lnTo>
                <a:lnTo>
                  <a:pt x="9573175" y="6858000"/>
                </a:lnTo>
                <a:lnTo>
                  <a:pt x="0" y="6858000"/>
                </a:lnTo>
                <a:lnTo>
                  <a:pt x="0" y="1"/>
                </a:lnTo>
                <a:lnTo>
                  <a:pt x="8494919" y="1"/>
                </a:lnTo>
                <a:close/>
              </a:path>
            </a:pathLst>
          </a:custGeom>
          <a:gradFill rotWithShape="0">
            <a:gsLst>
              <a:gs pos="0">
                <a:srgbClr val="338088"/>
              </a:gs>
              <a:gs pos="48000">
                <a:srgbClr val="5db8c2"/>
              </a:gs>
              <a:gs pos="100000">
                <a:srgbClr val="9bd3d9"/>
              </a:gs>
            </a:gsLst>
            <a:lin ang="0"/>
          </a:gradFill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lIns="38160" rIns="38160" tIns="38160" bIns="38160" anchor="ctr">
            <a:noAutofit/>
          </a:bodyPr>
          <a:p>
            <a:pPr defTabSz="457200">
              <a:lnSpc>
                <a:spcPct val="100000"/>
              </a:lnSpc>
            </a:pPr>
            <a:endParaRPr b="0" lang="en-US" sz="3000" strike="noStrike" u="none">
              <a:solidFill>
                <a:srgbClr val="ffffff"/>
              </a:solidFill>
              <a:effectLst/>
              <a:uFillTx/>
              <a:latin typeface="Calibri"/>
            </a:endParaRPr>
          </a:p>
        </p:txBody>
      </p:sp>
      <p:sp>
        <p:nvSpPr>
          <p:cNvPr id="8" name="Shape"/>
          <p:cNvSpPr/>
          <p:nvPr/>
        </p:nvSpPr>
        <p:spPr>
          <a:xfrm>
            <a:off x="1142280" y="0"/>
            <a:ext cx="9608400" cy="6869160"/>
          </a:xfrm>
          <a:custGeom>
            <a:avLst/>
            <a:gdLst>
              <a:gd name="textAreaLeft" fmla="*/ 0 w 9608400"/>
              <a:gd name="textAreaRight" fmla="*/ 9608760 w 9608400"/>
              <a:gd name="textAreaTop" fmla="*/ 0 h 6869160"/>
              <a:gd name="textAreaBottom" fmla="*/ 6869520 h 6869160"/>
              <a:gd name="GluePoint1X" fmla="logwidth/2"/>
              <a:gd name="GluePoint1Y" fmla="logheight/2"/>
              <a:gd name="GluePoint2X" fmla="logwidth/2"/>
              <a:gd name="GluePoint2Y" fmla="logheight/2"/>
              <a:gd name="GluePoint3X" fmla="logwidth/2"/>
              <a:gd name="GluePoint3Y" fmla="logheight/2"/>
              <a:gd name="GluePoint4X" fmla="logwidth/2"/>
              <a:gd name="GluePoint4Y" fmla="logheight/2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</a:cxnLst>
            <a:rect l="textAreaLeft" t="textAreaTop" r="textAreaRight" b="textAreaBottom"/>
            <a:pathLst>
              <a:path w="21600" h="21600">
                <a:moveTo>
                  <a:pt x="21469" y="12299"/>
                </a:moveTo>
                <a:cubicBezTo>
                  <a:pt x="21446" y="12299"/>
                  <a:pt x="21426" y="12307"/>
                  <a:pt x="21409" y="12319"/>
                </a:cubicBezTo>
                <a:lnTo>
                  <a:pt x="18546" y="6210"/>
                </a:lnTo>
                <a:cubicBezTo>
                  <a:pt x="18575" y="6174"/>
                  <a:pt x="18595" y="6126"/>
                  <a:pt x="18595" y="6066"/>
                </a:cubicBezTo>
                <a:cubicBezTo>
                  <a:pt x="18595" y="5978"/>
                  <a:pt x="18552" y="5910"/>
                  <a:pt x="18495" y="5886"/>
                </a:cubicBezTo>
                <a:lnTo>
                  <a:pt x="19125" y="72"/>
                </a:lnTo>
                <a:lnTo>
                  <a:pt x="19111" y="68"/>
                </a:lnTo>
                <a:lnTo>
                  <a:pt x="19100" y="56"/>
                </a:lnTo>
                <a:lnTo>
                  <a:pt x="14005" y="7547"/>
                </a:lnTo>
                <a:cubicBezTo>
                  <a:pt x="13985" y="7527"/>
                  <a:pt x="13962" y="7511"/>
                  <a:pt x="13937" y="7511"/>
                </a:cubicBezTo>
                <a:lnTo>
                  <a:pt x="13791" y="40"/>
                </a:lnTo>
                <a:lnTo>
                  <a:pt x="13791" y="0"/>
                </a:lnTo>
                <a:lnTo>
                  <a:pt x="9313" y="4680"/>
                </a:lnTo>
                <a:cubicBezTo>
                  <a:pt x="9290" y="4644"/>
                  <a:pt x="9256" y="4620"/>
                  <a:pt x="9216" y="4620"/>
                </a:cubicBezTo>
                <a:cubicBezTo>
                  <a:pt x="9196" y="4620"/>
                  <a:pt x="9176" y="4628"/>
                  <a:pt x="9159" y="4640"/>
                </a:cubicBezTo>
                <a:lnTo>
                  <a:pt x="7135" y="32"/>
                </a:lnTo>
                <a:lnTo>
                  <a:pt x="7110" y="52"/>
                </a:lnTo>
                <a:lnTo>
                  <a:pt x="9136" y="4660"/>
                </a:lnTo>
                <a:cubicBezTo>
                  <a:pt x="9105" y="4692"/>
                  <a:pt x="9085" y="4748"/>
                  <a:pt x="9085" y="4808"/>
                </a:cubicBezTo>
                <a:cubicBezTo>
                  <a:pt x="9085" y="4816"/>
                  <a:pt x="9085" y="4824"/>
                  <a:pt x="9088" y="4832"/>
                </a:cubicBezTo>
                <a:lnTo>
                  <a:pt x="4995" y="6246"/>
                </a:lnTo>
                <a:cubicBezTo>
                  <a:pt x="4992" y="6150"/>
                  <a:pt x="4935" y="6070"/>
                  <a:pt x="4866" y="6070"/>
                </a:cubicBezTo>
                <a:lnTo>
                  <a:pt x="4504" y="36"/>
                </a:lnTo>
                <a:lnTo>
                  <a:pt x="4475" y="40"/>
                </a:lnTo>
                <a:lnTo>
                  <a:pt x="4838" y="6074"/>
                </a:lnTo>
                <a:cubicBezTo>
                  <a:pt x="4778" y="6090"/>
                  <a:pt x="4729" y="6166"/>
                  <a:pt x="4729" y="6258"/>
                </a:cubicBezTo>
                <a:cubicBezTo>
                  <a:pt x="4729" y="6282"/>
                  <a:pt x="4732" y="6305"/>
                  <a:pt x="4741" y="6329"/>
                </a:cubicBezTo>
                <a:lnTo>
                  <a:pt x="2440" y="6956"/>
                </a:lnTo>
                <a:cubicBezTo>
                  <a:pt x="2429" y="6904"/>
                  <a:pt x="2403" y="6865"/>
                  <a:pt x="2369" y="6841"/>
                </a:cubicBezTo>
                <a:lnTo>
                  <a:pt x="3919" y="40"/>
                </a:lnTo>
                <a:lnTo>
                  <a:pt x="3890" y="28"/>
                </a:lnTo>
                <a:lnTo>
                  <a:pt x="2340" y="6829"/>
                </a:lnTo>
                <a:cubicBezTo>
                  <a:pt x="2332" y="6825"/>
                  <a:pt x="2323" y="6825"/>
                  <a:pt x="2315" y="6825"/>
                </a:cubicBezTo>
                <a:cubicBezTo>
                  <a:pt x="2300" y="6825"/>
                  <a:pt x="2286" y="6829"/>
                  <a:pt x="2272" y="6837"/>
                </a:cubicBezTo>
                <a:lnTo>
                  <a:pt x="26" y="16"/>
                </a:lnTo>
                <a:lnTo>
                  <a:pt x="0" y="32"/>
                </a:lnTo>
                <a:lnTo>
                  <a:pt x="2246" y="6853"/>
                </a:lnTo>
                <a:cubicBezTo>
                  <a:pt x="2206" y="6885"/>
                  <a:pt x="2181" y="6944"/>
                  <a:pt x="2181" y="7012"/>
                </a:cubicBezTo>
                <a:cubicBezTo>
                  <a:pt x="2181" y="7116"/>
                  <a:pt x="2240" y="7196"/>
                  <a:pt x="2312" y="7196"/>
                </a:cubicBezTo>
                <a:cubicBezTo>
                  <a:pt x="2383" y="7196"/>
                  <a:pt x="2443" y="7112"/>
                  <a:pt x="2443" y="7012"/>
                </a:cubicBezTo>
                <a:cubicBezTo>
                  <a:pt x="2443" y="7008"/>
                  <a:pt x="2443" y="7000"/>
                  <a:pt x="2443" y="6996"/>
                </a:cubicBezTo>
                <a:lnTo>
                  <a:pt x="4752" y="6361"/>
                </a:lnTo>
                <a:cubicBezTo>
                  <a:pt x="4775" y="6409"/>
                  <a:pt x="4815" y="6437"/>
                  <a:pt x="4861" y="6437"/>
                </a:cubicBezTo>
                <a:cubicBezTo>
                  <a:pt x="4872" y="6437"/>
                  <a:pt x="4883" y="6433"/>
                  <a:pt x="4892" y="6429"/>
                </a:cubicBezTo>
                <a:lnTo>
                  <a:pt x="7178" y="12655"/>
                </a:lnTo>
                <a:cubicBezTo>
                  <a:pt x="7144" y="12687"/>
                  <a:pt x="7124" y="12743"/>
                  <a:pt x="7124" y="12803"/>
                </a:cubicBezTo>
                <a:cubicBezTo>
                  <a:pt x="7124" y="12906"/>
                  <a:pt x="7184" y="12986"/>
                  <a:pt x="7255" y="12986"/>
                </a:cubicBezTo>
                <a:cubicBezTo>
                  <a:pt x="7329" y="12986"/>
                  <a:pt x="7386" y="12902"/>
                  <a:pt x="7386" y="12803"/>
                </a:cubicBezTo>
                <a:lnTo>
                  <a:pt x="11003" y="12311"/>
                </a:lnTo>
                <a:cubicBezTo>
                  <a:pt x="11008" y="12403"/>
                  <a:pt x="11065" y="12479"/>
                  <a:pt x="11134" y="12479"/>
                </a:cubicBezTo>
                <a:cubicBezTo>
                  <a:pt x="11145" y="12479"/>
                  <a:pt x="11157" y="12475"/>
                  <a:pt x="11165" y="12475"/>
                </a:cubicBezTo>
                <a:lnTo>
                  <a:pt x="13303" y="21588"/>
                </a:lnTo>
                <a:lnTo>
                  <a:pt x="13332" y="21576"/>
                </a:lnTo>
                <a:lnTo>
                  <a:pt x="11197" y="12463"/>
                </a:lnTo>
                <a:cubicBezTo>
                  <a:pt x="11220" y="12447"/>
                  <a:pt x="11240" y="12419"/>
                  <a:pt x="11254" y="12387"/>
                </a:cubicBezTo>
                <a:lnTo>
                  <a:pt x="19908" y="18944"/>
                </a:lnTo>
                <a:cubicBezTo>
                  <a:pt x="19905" y="18960"/>
                  <a:pt x="19902" y="18980"/>
                  <a:pt x="19902" y="19000"/>
                </a:cubicBezTo>
                <a:cubicBezTo>
                  <a:pt x="19902" y="19032"/>
                  <a:pt x="19908" y="19060"/>
                  <a:pt x="19919" y="19088"/>
                </a:cubicBezTo>
                <a:lnTo>
                  <a:pt x="16742" y="21564"/>
                </a:lnTo>
                <a:lnTo>
                  <a:pt x="16757" y="21600"/>
                </a:lnTo>
                <a:lnTo>
                  <a:pt x="19933" y="19120"/>
                </a:lnTo>
                <a:cubicBezTo>
                  <a:pt x="19942" y="19132"/>
                  <a:pt x="19950" y="19144"/>
                  <a:pt x="19959" y="19156"/>
                </a:cubicBezTo>
                <a:lnTo>
                  <a:pt x="18931" y="21572"/>
                </a:lnTo>
                <a:lnTo>
                  <a:pt x="18957" y="21592"/>
                </a:lnTo>
                <a:lnTo>
                  <a:pt x="19985" y="19172"/>
                </a:lnTo>
                <a:cubicBezTo>
                  <a:pt x="19999" y="19180"/>
                  <a:pt x="20016" y="19184"/>
                  <a:pt x="20033" y="19184"/>
                </a:cubicBezTo>
                <a:lnTo>
                  <a:pt x="20033" y="19184"/>
                </a:lnTo>
                <a:lnTo>
                  <a:pt x="20047" y="19188"/>
                </a:lnTo>
                <a:lnTo>
                  <a:pt x="20050" y="19180"/>
                </a:lnTo>
                <a:cubicBezTo>
                  <a:pt x="20116" y="19168"/>
                  <a:pt x="20167" y="19092"/>
                  <a:pt x="20167" y="18996"/>
                </a:cubicBezTo>
                <a:cubicBezTo>
                  <a:pt x="20167" y="18940"/>
                  <a:pt x="20147" y="18889"/>
                  <a:pt x="20119" y="18857"/>
                </a:cubicBezTo>
                <a:lnTo>
                  <a:pt x="21446" y="12663"/>
                </a:lnTo>
                <a:cubicBezTo>
                  <a:pt x="21454" y="12667"/>
                  <a:pt x="21463" y="12667"/>
                  <a:pt x="21469" y="12667"/>
                </a:cubicBezTo>
                <a:cubicBezTo>
                  <a:pt x="21543" y="12667"/>
                  <a:pt x="21600" y="12583"/>
                  <a:pt x="21600" y="12483"/>
                </a:cubicBezTo>
                <a:cubicBezTo>
                  <a:pt x="21600" y="12383"/>
                  <a:pt x="21540" y="12299"/>
                  <a:pt x="21469" y="12299"/>
                </a:cubicBezTo>
                <a:close/>
                <a:moveTo>
                  <a:pt x="21383" y="12339"/>
                </a:moveTo>
                <a:cubicBezTo>
                  <a:pt x="21372" y="12351"/>
                  <a:pt x="21360" y="12367"/>
                  <a:pt x="21355" y="12387"/>
                </a:cubicBezTo>
                <a:lnTo>
                  <a:pt x="14048" y="7751"/>
                </a:lnTo>
                <a:cubicBezTo>
                  <a:pt x="14054" y="7731"/>
                  <a:pt x="14057" y="7715"/>
                  <a:pt x="14057" y="7695"/>
                </a:cubicBezTo>
                <a:cubicBezTo>
                  <a:pt x="14057" y="7687"/>
                  <a:pt x="14057" y="7679"/>
                  <a:pt x="14054" y="7667"/>
                </a:cubicBezTo>
                <a:lnTo>
                  <a:pt x="18338" y="6130"/>
                </a:lnTo>
                <a:cubicBezTo>
                  <a:pt x="18358" y="6202"/>
                  <a:pt x="18403" y="6250"/>
                  <a:pt x="18460" y="6250"/>
                </a:cubicBezTo>
                <a:cubicBezTo>
                  <a:pt x="18483" y="6250"/>
                  <a:pt x="18503" y="6242"/>
                  <a:pt x="18520" y="6230"/>
                </a:cubicBezTo>
                <a:lnTo>
                  <a:pt x="21383" y="12339"/>
                </a:lnTo>
                <a:close/>
                <a:moveTo>
                  <a:pt x="11137" y="12112"/>
                </a:moveTo>
                <a:cubicBezTo>
                  <a:pt x="11068" y="12112"/>
                  <a:pt x="11014" y="12184"/>
                  <a:pt x="11005" y="12276"/>
                </a:cubicBezTo>
                <a:lnTo>
                  <a:pt x="7386" y="12767"/>
                </a:lnTo>
                <a:cubicBezTo>
                  <a:pt x="7378" y="12707"/>
                  <a:pt x="7347" y="12655"/>
                  <a:pt x="7307" y="12635"/>
                </a:cubicBezTo>
                <a:lnTo>
                  <a:pt x="9187" y="4988"/>
                </a:lnTo>
                <a:cubicBezTo>
                  <a:pt x="9196" y="4992"/>
                  <a:pt x="9207" y="4992"/>
                  <a:pt x="9216" y="4992"/>
                </a:cubicBezTo>
                <a:cubicBezTo>
                  <a:pt x="9264" y="4992"/>
                  <a:pt x="9307" y="4956"/>
                  <a:pt x="9330" y="4900"/>
                </a:cubicBezTo>
                <a:lnTo>
                  <a:pt x="13797" y="7639"/>
                </a:lnTo>
                <a:cubicBezTo>
                  <a:pt x="13794" y="7655"/>
                  <a:pt x="13791" y="7675"/>
                  <a:pt x="13791" y="7695"/>
                </a:cubicBezTo>
                <a:cubicBezTo>
                  <a:pt x="13791" y="7743"/>
                  <a:pt x="13805" y="7791"/>
                  <a:pt x="13828" y="7823"/>
                </a:cubicBezTo>
                <a:lnTo>
                  <a:pt x="11205" y="12140"/>
                </a:lnTo>
                <a:cubicBezTo>
                  <a:pt x="11182" y="12124"/>
                  <a:pt x="11162" y="12112"/>
                  <a:pt x="11137" y="12112"/>
                </a:cubicBezTo>
                <a:close/>
                <a:moveTo>
                  <a:pt x="18460" y="5878"/>
                </a:moveTo>
                <a:cubicBezTo>
                  <a:pt x="18386" y="5878"/>
                  <a:pt x="18329" y="5962"/>
                  <a:pt x="18329" y="6062"/>
                </a:cubicBezTo>
                <a:cubicBezTo>
                  <a:pt x="18329" y="6070"/>
                  <a:pt x="18329" y="6078"/>
                  <a:pt x="18332" y="6090"/>
                </a:cubicBezTo>
                <a:lnTo>
                  <a:pt x="14048" y="7627"/>
                </a:lnTo>
                <a:cubicBezTo>
                  <a:pt x="14042" y="7607"/>
                  <a:pt x="14034" y="7587"/>
                  <a:pt x="14025" y="7571"/>
                </a:cubicBezTo>
                <a:lnTo>
                  <a:pt x="19091" y="128"/>
                </a:lnTo>
                <a:lnTo>
                  <a:pt x="18466" y="5878"/>
                </a:lnTo>
                <a:cubicBezTo>
                  <a:pt x="18466" y="5878"/>
                  <a:pt x="18463" y="5878"/>
                  <a:pt x="18460" y="5878"/>
                </a:cubicBezTo>
                <a:close/>
                <a:moveTo>
                  <a:pt x="13763" y="80"/>
                </a:moveTo>
                <a:lnTo>
                  <a:pt x="13905" y="7511"/>
                </a:lnTo>
                <a:cubicBezTo>
                  <a:pt x="13862" y="7519"/>
                  <a:pt x="13828" y="7555"/>
                  <a:pt x="13808" y="7603"/>
                </a:cubicBezTo>
                <a:lnTo>
                  <a:pt x="9342" y="4864"/>
                </a:lnTo>
                <a:cubicBezTo>
                  <a:pt x="9344" y="4848"/>
                  <a:pt x="9347" y="4828"/>
                  <a:pt x="9347" y="4808"/>
                </a:cubicBezTo>
                <a:cubicBezTo>
                  <a:pt x="9347" y="4772"/>
                  <a:pt x="9339" y="4740"/>
                  <a:pt x="9327" y="4712"/>
                </a:cubicBezTo>
                <a:lnTo>
                  <a:pt x="13763" y="80"/>
                </a:lnTo>
                <a:close/>
                <a:moveTo>
                  <a:pt x="4921" y="6413"/>
                </a:moveTo>
                <a:cubicBezTo>
                  <a:pt x="4958" y="6389"/>
                  <a:pt x="4983" y="6341"/>
                  <a:pt x="4992" y="6282"/>
                </a:cubicBezTo>
                <a:lnTo>
                  <a:pt x="9093" y="4868"/>
                </a:lnTo>
                <a:cubicBezTo>
                  <a:pt x="9105" y="4916"/>
                  <a:pt x="9130" y="4952"/>
                  <a:pt x="9162" y="4972"/>
                </a:cubicBezTo>
                <a:lnTo>
                  <a:pt x="7281" y="12623"/>
                </a:lnTo>
                <a:cubicBezTo>
                  <a:pt x="7272" y="12623"/>
                  <a:pt x="7267" y="12619"/>
                  <a:pt x="7258" y="12619"/>
                </a:cubicBezTo>
                <a:cubicBezTo>
                  <a:pt x="7238" y="12619"/>
                  <a:pt x="7221" y="12623"/>
                  <a:pt x="7204" y="12635"/>
                </a:cubicBezTo>
                <a:lnTo>
                  <a:pt x="4921" y="6413"/>
                </a:lnTo>
                <a:close/>
                <a:moveTo>
                  <a:pt x="11262" y="12351"/>
                </a:moveTo>
                <a:cubicBezTo>
                  <a:pt x="11265" y="12335"/>
                  <a:pt x="11268" y="12315"/>
                  <a:pt x="11268" y="12299"/>
                </a:cubicBezTo>
                <a:cubicBezTo>
                  <a:pt x="11268" y="12244"/>
                  <a:pt x="11251" y="12196"/>
                  <a:pt x="11225" y="12164"/>
                </a:cubicBezTo>
                <a:lnTo>
                  <a:pt x="13848" y="7851"/>
                </a:lnTo>
                <a:cubicBezTo>
                  <a:pt x="13868" y="7871"/>
                  <a:pt x="13894" y="7883"/>
                  <a:pt x="13922" y="7883"/>
                </a:cubicBezTo>
                <a:cubicBezTo>
                  <a:pt x="13948" y="7883"/>
                  <a:pt x="13971" y="7871"/>
                  <a:pt x="13991" y="7855"/>
                </a:cubicBezTo>
                <a:lnTo>
                  <a:pt x="19936" y="18877"/>
                </a:lnTo>
                <a:cubicBezTo>
                  <a:pt x="19927" y="18889"/>
                  <a:pt x="19922" y="18900"/>
                  <a:pt x="19919" y="18912"/>
                </a:cubicBezTo>
                <a:lnTo>
                  <a:pt x="11262" y="12351"/>
                </a:lnTo>
                <a:close/>
                <a:moveTo>
                  <a:pt x="20093" y="18837"/>
                </a:moveTo>
                <a:cubicBezTo>
                  <a:pt x="20076" y="18825"/>
                  <a:pt x="20056" y="18817"/>
                  <a:pt x="20033" y="18817"/>
                </a:cubicBezTo>
                <a:cubicBezTo>
                  <a:pt x="20005" y="18817"/>
                  <a:pt x="19979" y="18829"/>
                  <a:pt x="19959" y="18849"/>
                </a:cubicBezTo>
                <a:lnTo>
                  <a:pt x="14014" y="7831"/>
                </a:lnTo>
                <a:cubicBezTo>
                  <a:pt x="14022" y="7819"/>
                  <a:pt x="14031" y="7807"/>
                  <a:pt x="14037" y="7791"/>
                </a:cubicBezTo>
                <a:lnTo>
                  <a:pt x="21343" y="12427"/>
                </a:lnTo>
                <a:cubicBezTo>
                  <a:pt x="21337" y="12447"/>
                  <a:pt x="21335" y="12463"/>
                  <a:pt x="21335" y="12483"/>
                </a:cubicBezTo>
                <a:cubicBezTo>
                  <a:pt x="21335" y="12559"/>
                  <a:pt x="21369" y="12627"/>
                  <a:pt x="21414" y="12655"/>
                </a:cubicBezTo>
                <a:lnTo>
                  <a:pt x="20093" y="18837"/>
                </a:lnTo>
                <a:close/>
              </a:path>
            </a:pathLst>
          </a:custGeom>
          <a:solidFill>
            <a:schemeClr val="bg1"/>
          </a:solidFill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lIns="38160" rIns="38160" tIns="38160" bIns="38160" anchor="ctr">
            <a:noAutofit/>
          </a:bodyPr>
          <a:p>
            <a:pPr defTabSz="457200">
              <a:lnSpc>
                <a:spcPct val="100000"/>
              </a:lnSpc>
            </a:pPr>
            <a:endParaRPr b="0" lang="en-US" sz="3000" strike="noStrike" u="none">
              <a:solidFill>
                <a:srgbClr val="ffffff"/>
              </a:solidFill>
              <a:effectLst/>
              <a:uFillTx/>
              <a:latin typeface="Calibri"/>
            </a:endParaRPr>
          </a:p>
        </p:txBody>
      </p:sp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837360" y="4345920"/>
            <a:ext cx="5471640" cy="15372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0" lang="en-US" sz="6000" strike="noStrike" u="none">
                <a:solidFill>
                  <a:schemeClr val="lt1"/>
                </a:solidFill>
                <a:effectLst/>
                <a:uFillTx/>
                <a:latin typeface="Calibri Light"/>
              </a:rPr>
              <a:t>Click to edit Master title style</a:t>
            </a:r>
            <a:endParaRPr b="0" lang="en-US" sz="6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0" name="PlaceHolder 2"/>
          <p:cNvSpPr>
            <a:spLocks noGrp="1"/>
          </p:cNvSpPr>
          <p:nvPr>
            <p:ph type="body"/>
          </p:nvPr>
        </p:nvSpPr>
        <p:spPr>
          <a:xfrm>
            <a:off x="608760" y="1604520"/>
            <a:ext cx="1096956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2800" strike="noStrike" u="none">
                <a:solidFill>
                  <a:schemeClr val="lt1"/>
                </a:solidFill>
                <a:effectLst/>
                <a:uFillTx/>
                <a:latin typeface="Calibri"/>
              </a:rPr>
              <a:t>Click to edit the outline text format</a:t>
            </a:r>
            <a:endParaRPr b="0" lang="en-US" sz="2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  <a:p>
            <a:pPr lvl="1" marL="864000" indent="-324000">
              <a:lnSpc>
                <a:spcPct val="90000"/>
              </a:lnSpc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2000" strike="noStrike" u="none">
                <a:solidFill>
                  <a:schemeClr val="lt1"/>
                </a:solidFill>
                <a:effectLst/>
                <a:uFillTx/>
                <a:latin typeface="Calibri"/>
              </a:rPr>
              <a:t>Second Outline Level</a:t>
            </a:r>
            <a:endParaRPr b="0" lang="en-US" sz="20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  <a:p>
            <a:pPr lvl="2" marL="1296000" indent="-288000">
              <a:lnSpc>
                <a:spcPct val="90000"/>
              </a:lnSpc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chemeClr val="lt1"/>
                </a:solidFill>
                <a:effectLst/>
                <a:uFillTx/>
                <a:latin typeface="Calibri"/>
              </a:rPr>
              <a:t>Third Outline Level</a:t>
            </a: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  <a:p>
            <a:pPr lvl="3" marL="1728000" indent="-216000">
              <a:lnSpc>
                <a:spcPct val="90000"/>
              </a:lnSpc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chemeClr val="lt1"/>
                </a:solidFill>
                <a:effectLst/>
                <a:uFillTx/>
                <a:latin typeface="Calibri"/>
              </a:rPr>
              <a:t>Fourth Outline Level</a:t>
            </a: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  <a:p>
            <a:pPr lvl="4" marL="2160000" indent="-216000">
              <a:lnSpc>
                <a:spcPct val="9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chemeClr val="lt1"/>
                </a:solidFill>
                <a:effectLst/>
                <a:uFillTx/>
                <a:latin typeface="Calibri"/>
              </a:rPr>
              <a:t>Fifth Outline Level</a:t>
            </a:r>
            <a:endParaRPr b="0" lang="en-US" sz="20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  <a:p>
            <a:pPr lvl="5" marL="2592000" indent="-216000">
              <a:lnSpc>
                <a:spcPct val="9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chemeClr val="lt1"/>
                </a:solidFill>
                <a:effectLst/>
                <a:uFillTx/>
                <a:latin typeface="Calibri"/>
              </a:rPr>
              <a:t>Sixth Outline Level</a:t>
            </a:r>
            <a:endParaRPr b="0" lang="en-US" sz="20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  <a:p>
            <a:pPr lvl="6" marL="3024000" indent="-216000">
              <a:lnSpc>
                <a:spcPct val="9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chemeClr val="lt1"/>
                </a:solidFill>
                <a:effectLst/>
                <a:uFillTx/>
                <a:latin typeface="Calibri"/>
              </a:rPr>
              <a:t>Seventh Outline Level</a:t>
            </a:r>
            <a:endParaRPr b="0" lang="en-US" sz="20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 and Content 1">
    <p:bg>
      <p:bgPr>
        <a:gradFill rotWithShape="0">
          <a:gsLst>
            <a:gs pos="0">
              <a:srgbClr val="253848"/>
            </a:gs>
            <a:gs pos="100000">
              <a:srgbClr val="134163"/>
            </a:gs>
          </a:gsLst>
          <a:lin ang="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6"/>
          <p:cNvSpPr/>
          <p:nvPr/>
        </p:nvSpPr>
        <p:spPr>
          <a:xfrm>
            <a:off x="-11880" y="7007400"/>
            <a:ext cx="1665720" cy="280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100" strike="noStrike" u="none">
                <a:solidFill>
                  <a:schemeClr val="accent1"/>
                </a:solidFill>
                <a:effectLst/>
                <a:uFillTx/>
                <a:latin typeface="Open Sans"/>
              </a:rPr>
              <a:t>© </a:t>
            </a:r>
            <a:r>
              <a:rPr b="0" lang="en-US" sz="1100" strike="noStrike" u="none">
                <a:solidFill>
                  <a:schemeClr val="accent1"/>
                </a:solidFill>
                <a:effectLst/>
                <a:uFillTx/>
                <a:latin typeface="Open Sans"/>
                <a:hlinkClick r:id="rId2"/>
              </a:rPr>
              <a:t>presentationgo.com</a:t>
            </a:r>
            <a:endParaRPr b="0" lang="en-US" sz="11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grpSp>
        <p:nvGrpSpPr>
          <p:cNvPr id="12" name="Group 7"/>
          <p:cNvGrpSpPr/>
          <p:nvPr/>
        </p:nvGrpSpPr>
        <p:grpSpPr>
          <a:xfrm>
            <a:off x="-1653840" y="-16560"/>
            <a:ext cx="1564200" cy="608760"/>
            <a:chOff x="-1653840" y="-16560"/>
            <a:chExt cx="1564200" cy="608760"/>
          </a:xfrm>
        </p:grpSpPr>
        <p:sp>
          <p:nvSpPr>
            <p:cNvPr id="13" name="TextBox 8"/>
            <p:cNvSpPr/>
            <p:nvPr/>
          </p:nvSpPr>
          <p:spPr>
            <a:xfrm>
              <a:off x="-1653840" y="-16560"/>
              <a:ext cx="361440" cy="2430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t">
              <a:spAutoFit/>
            </a:bodyPr>
            <a:p>
              <a:pPr defTabSz="457200">
                <a:lnSpc>
                  <a:spcPct val="100000"/>
                </a:lnSpc>
              </a:pPr>
              <a:r>
                <a:rPr b="0" lang="en-US" sz="1000" strike="noStrike" u="none">
                  <a:solidFill>
                    <a:schemeClr val="dk1"/>
                  </a:solidFill>
                  <a:effectLst/>
                  <a:uFillTx/>
                  <a:latin typeface="Open Sans"/>
                  <a:ea typeface="Open Sans"/>
                </a:rPr>
                <a:t>By:</a:t>
              </a:r>
              <a:endParaRPr b="0" lang="en-US" sz="10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4" name="TextBox 9"/>
            <p:cNvSpPr/>
            <p:nvPr/>
          </p:nvSpPr>
          <p:spPr>
            <a:xfrm>
              <a:off x="-559800" y="349200"/>
              <a:ext cx="470160" cy="2430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t">
              <a:spAutoFit/>
            </a:bodyPr>
            <a:p>
              <a:pPr defTabSz="457200">
                <a:lnSpc>
                  <a:spcPct val="100000"/>
                </a:lnSpc>
              </a:pPr>
              <a:r>
                <a:rPr b="0" lang="en-US" sz="1000" strike="noStrike" u="none">
                  <a:solidFill>
                    <a:schemeClr val="dk1"/>
                  </a:solidFill>
                  <a:effectLst/>
                  <a:uFillTx/>
                  <a:latin typeface="Open Sans"/>
                  <a:ea typeface="Open Sans"/>
                </a:rPr>
                <a:t>.com</a:t>
              </a:r>
              <a:endParaRPr b="0" lang="en-US" sz="10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pic>
          <p:nvPicPr>
            <p:cNvPr id="15" name="Picture 10" descr=""/>
            <p:cNvPicPr/>
            <p:nvPr/>
          </p:nvPicPr>
          <p:blipFill>
            <a:blip r:embed="rId3"/>
            <a:stretch/>
          </p:blipFill>
          <p:spPr>
            <a:xfrm>
              <a:off x="-1576080" y="196560"/>
              <a:ext cx="1404360" cy="185760"/>
            </a:xfrm>
            <a:prstGeom prst="rect">
              <a:avLst/>
            </a:prstGeom>
            <a:noFill/>
            <a:ln w="0">
              <a:noFill/>
            </a:ln>
          </p:spPr>
        </p:pic>
      </p:grpSp>
      <p:grpSp>
        <p:nvGrpSpPr>
          <p:cNvPr id="16" name="Group 9"/>
          <p:cNvGrpSpPr/>
          <p:nvPr/>
        </p:nvGrpSpPr>
        <p:grpSpPr>
          <a:xfrm>
            <a:off x="8896320" y="-32760"/>
            <a:ext cx="3313800" cy="3865680"/>
            <a:chOff x="8896320" y="-32760"/>
            <a:chExt cx="3313800" cy="3865680"/>
          </a:xfrm>
        </p:grpSpPr>
        <p:sp>
          <p:nvSpPr>
            <p:cNvPr id="17" name="Shape"/>
            <p:cNvSpPr/>
            <p:nvPr/>
          </p:nvSpPr>
          <p:spPr>
            <a:xfrm>
              <a:off x="8898120" y="1800"/>
              <a:ext cx="3290760" cy="2485080"/>
            </a:xfrm>
            <a:custGeom>
              <a:avLst/>
              <a:gdLst>
                <a:gd name="textAreaLeft" fmla="*/ 0 w 3290760"/>
                <a:gd name="textAreaRight" fmla="*/ 3291120 w 3290760"/>
                <a:gd name="textAreaTop" fmla="*/ 0 h 2485080"/>
                <a:gd name="textAreaBottom" fmla="*/ 2485440 h 2485080"/>
                <a:gd name="GluePoint1X" fmla="logwidth/2"/>
                <a:gd name="GluePoint1Y" fmla="logheight/2"/>
                <a:gd name="GluePoint2X" fmla="logwidth/2"/>
                <a:gd name="GluePoint2Y" fmla="logheight/2"/>
                <a:gd name="GluePoint3X" fmla="logwidth/2"/>
                <a:gd name="GluePoint3Y" fmla="logheight/2"/>
                <a:gd name="GluePoint4X" fmla="logwidth/2"/>
                <a:gd name="GluePoint4Y" fmla="logheight/2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21600" h="21600">
                  <a:moveTo>
                    <a:pt x="0" y="0"/>
                  </a:moveTo>
                  <a:lnTo>
                    <a:pt x="6033" y="9525"/>
                  </a:lnTo>
                  <a:lnTo>
                    <a:pt x="13358" y="7583"/>
                  </a:lnTo>
                  <a:lnTo>
                    <a:pt x="21600" y="21600"/>
                  </a:lnTo>
                  <a:lnTo>
                    <a:pt x="21600" y="0"/>
                  </a:lnTo>
                  <a:close/>
                </a:path>
              </a:pathLst>
            </a:custGeom>
            <a:gradFill rotWithShape="0">
              <a:gsLst>
                <a:gs pos="0">
                  <a:srgbClr val="338088"/>
                </a:gs>
                <a:gs pos="48000">
                  <a:srgbClr val="5db8c2"/>
                </a:gs>
                <a:gs pos="100000">
                  <a:srgbClr val="9bd3d9"/>
                </a:gs>
              </a:gsLst>
              <a:lin ang="10800000"/>
            </a:gradFill>
            <a:ln w="1270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38160" rIns="38160" tIns="38160" bIns="38160" anchor="ctr">
              <a:noAutofit/>
            </a:bodyPr>
            <a:p>
              <a:pPr defTabSz="457200">
                <a:lnSpc>
                  <a:spcPct val="100000"/>
                </a:lnSpc>
              </a:pPr>
              <a:endParaRPr b="0" lang="en-US" sz="3000" strike="noStrike" u="none">
                <a:solidFill>
                  <a:srgbClr val="ffffff"/>
                </a:solidFill>
                <a:effectLst/>
                <a:uFillTx/>
                <a:latin typeface="Calibri"/>
              </a:endParaRPr>
            </a:p>
          </p:txBody>
        </p:sp>
        <p:sp>
          <p:nvSpPr>
            <p:cNvPr id="18" name="Shape"/>
            <p:cNvSpPr/>
            <p:nvPr/>
          </p:nvSpPr>
          <p:spPr>
            <a:xfrm>
              <a:off x="8896320" y="-32760"/>
              <a:ext cx="3313800" cy="3865680"/>
            </a:xfrm>
            <a:custGeom>
              <a:avLst/>
              <a:gdLst>
                <a:gd name="textAreaLeft" fmla="*/ 0 w 3313800"/>
                <a:gd name="textAreaRight" fmla="*/ 3314160 w 3313800"/>
                <a:gd name="textAreaTop" fmla="*/ 0 h 3865680"/>
                <a:gd name="textAreaBottom" fmla="*/ 3866040 h 3865680"/>
                <a:gd name="GluePoint1X" fmla="logwidth/2"/>
                <a:gd name="GluePoint1Y" fmla="logheight/2"/>
                <a:gd name="GluePoint2X" fmla="logwidth/2"/>
                <a:gd name="GluePoint2Y" fmla="logheight/2"/>
                <a:gd name="GluePoint3X" fmla="logwidth/2"/>
                <a:gd name="GluePoint3Y" fmla="logheight/2"/>
                <a:gd name="GluePoint4X" fmla="logwidth/2"/>
                <a:gd name="GluePoint4Y" fmla="logheight/2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21600" h="21600">
                  <a:moveTo>
                    <a:pt x="12430" y="11304"/>
                  </a:moveTo>
                  <a:lnTo>
                    <a:pt x="21600" y="14064"/>
                  </a:lnTo>
                  <a:lnTo>
                    <a:pt x="13498" y="5145"/>
                  </a:lnTo>
                  <a:cubicBezTo>
                    <a:pt x="13531" y="5102"/>
                    <a:pt x="13548" y="5045"/>
                    <a:pt x="13556" y="4988"/>
                  </a:cubicBezTo>
                  <a:lnTo>
                    <a:pt x="21484" y="4329"/>
                  </a:lnTo>
                  <a:lnTo>
                    <a:pt x="21476" y="4258"/>
                  </a:lnTo>
                  <a:lnTo>
                    <a:pt x="13548" y="4917"/>
                  </a:lnTo>
                  <a:cubicBezTo>
                    <a:pt x="13531" y="4839"/>
                    <a:pt x="13481" y="4768"/>
                    <a:pt x="13415" y="4726"/>
                  </a:cubicBezTo>
                  <a:lnTo>
                    <a:pt x="14905" y="43"/>
                  </a:lnTo>
                  <a:lnTo>
                    <a:pt x="14822" y="21"/>
                  </a:lnTo>
                  <a:lnTo>
                    <a:pt x="13332" y="4683"/>
                  </a:lnTo>
                  <a:cubicBezTo>
                    <a:pt x="13283" y="4662"/>
                    <a:pt x="13225" y="4648"/>
                    <a:pt x="13159" y="4648"/>
                  </a:cubicBezTo>
                  <a:cubicBezTo>
                    <a:pt x="13059" y="4648"/>
                    <a:pt x="12968" y="4683"/>
                    <a:pt x="12902" y="4733"/>
                  </a:cubicBezTo>
                  <a:lnTo>
                    <a:pt x="3964" y="0"/>
                  </a:lnTo>
                  <a:lnTo>
                    <a:pt x="3923" y="64"/>
                  </a:lnTo>
                  <a:lnTo>
                    <a:pt x="12852" y="4790"/>
                  </a:lnTo>
                  <a:cubicBezTo>
                    <a:pt x="12811" y="4847"/>
                    <a:pt x="12786" y="4910"/>
                    <a:pt x="12786" y="4981"/>
                  </a:cubicBezTo>
                  <a:cubicBezTo>
                    <a:pt x="12786" y="4996"/>
                    <a:pt x="12786" y="5017"/>
                    <a:pt x="12794" y="5031"/>
                  </a:cubicBezTo>
                  <a:lnTo>
                    <a:pt x="6290" y="6145"/>
                  </a:lnTo>
                  <a:cubicBezTo>
                    <a:pt x="6223" y="6046"/>
                    <a:pt x="6099" y="5982"/>
                    <a:pt x="5959" y="5982"/>
                  </a:cubicBezTo>
                  <a:cubicBezTo>
                    <a:pt x="5917" y="5982"/>
                    <a:pt x="5884" y="5989"/>
                    <a:pt x="5843" y="5996"/>
                  </a:cubicBezTo>
                  <a:lnTo>
                    <a:pt x="66" y="85"/>
                  </a:lnTo>
                  <a:lnTo>
                    <a:pt x="0" y="128"/>
                  </a:lnTo>
                  <a:lnTo>
                    <a:pt x="5760" y="6024"/>
                  </a:lnTo>
                  <a:cubicBezTo>
                    <a:pt x="5644" y="6081"/>
                    <a:pt x="5570" y="6188"/>
                    <a:pt x="5570" y="6308"/>
                  </a:cubicBezTo>
                  <a:cubicBezTo>
                    <a:pt x="5570" y="6493"/>
                    <a:pt x="5743" y="6635"/>
                    <a:pt x="5950" y="6635"/>
                  </a:cubicBezTo>
                  <a:cubicBezTo>
                    <a:pt x="6157" y="6635"/>
                    <a:pt x="6331" y="6486"/>
                    <a:pt x="6331" y="6308"/>
                  </a:cubicBezTo>
                  <a:cubicBezTo>
                    <a:pt x="6331" y="6273"/>
                    <a:pt x="6323" y="6244"/>
                    <a:pt x="6314" y="6209"/>
                  </a:cubicBezTo>
                  <a:lnTo>
                    <a:pt x="12811" y="5095"/>
                  </a:lnTo>
                  <a:cubicBezTo>
                    <a:pt x="12869" y="5216"/>
                    <a:pt x="13001" y="5308"/>
                    <a:pt x="13167" y="5308"/>
                  </a:cubicBezTo>
                  <a:cubicBezTo>
                    <a:pt x="13175" y="5308"/>
                    <a:pt x="13175" y="5308"/>
                    <a:pt x="13183" y="5308"/>
                  </a:cubicBezTo>
                  <a:lnTo>
                    <a:pt x="12099" y="10835"/>
                  </a:lnTo>
                  <a:cubicBezTo>
                    <a:pt x="12091" y="10835"/>
                    <a:pt x="12083" y="10835"/>
                    <a:pt x="12074" y="10835"/>
                  </a:cubicBezTo>
                  <a:cubicBezTo>
                    <a:pt x="11859" y="10835"/>
                    <a:pt x="11694" y="10984"/>
                    <a:pt x="11694" y="11162"/>
                  </a:cubicBezTo>
                  <a:cubicBezTo>
                    <a:pt x="11694" y="11339"/>
                    <a:pt x="11868" y="11488"/>
                    <a:pt x="12074" y="11488"/>
                  </a:cubicBezTo>
                  <a:cubicBezTo>
                    <a:pt x="12149" y="11488"/>
                    <a:pt x="12215" y="11467"/>
                    <a:pt x="12273" y="11439"/>
                  </a:cubicBezTo>
                  <a:lnTo>
                    <a:pt x="21443" y="21600"/>
                  </a:lnTo>
                  <a:lnTo>
                    <a:pt x="21509" y="21557"/>
                  </a:lnTo>
                  <a:lnTo>
                    <a:pt x="12348" y="11396"/>
                  </a:lnTo>
                  <a:cubicBezTo>
                    <a:pt x="12389" y="11375"/>
                    <a:pt x="12414" y="11339"/>
                    <a:pt x="12430" y="11304"/>
                  </a:cubicBezTo>
                  <a:close/>
                  <a:moveTo>
                    <a:pt x="13283" y="5294"/>
                  </a:moveTo>
                  <a:cubicBezTo>
                    <a:pt x="13349" y="5279"/>
                    <a:pt x="13407" y="5244"/>
                    <a:pt x="13457" y="5208"/>
                  </a:cubicBezTo>
                  <a:lnTo>
                    <a:pt x="21368" y="13922"/>
                  </a:lnTo>
                  <a:lnTo>
                    <a:pt x="12463" y="11240"/>
                  </a:lnTo>
                  <a:cubicBezTo>
                    <a:pt x="12472" y="11219"/>
                    <a:pt x="12472" y="11190"/>
                    <a:pt x="12472" y="11162"/>
                  </a:cubicBezTo>
                  <a:cubicBezTo>
                    <a:pt x="12472" y="11013"/>
                    <a:pt x="12356" y="10885"/>
                    <a:pt x="12190" y="10850"/>
                  </a:cubicBezTo>
                  <a:lnTo>
                    <a:pt x="13283" y="5294"/>
                  </a:lnTo>
                  <a:close/>
                </a:path>
              </a:pathLst>
            </a:custGeom>
            <a:solidFill>
              <a:schemeClr val="bg1"/>
            </a:solidFill>
            <a:ln w="1270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38160" rIns="38160" tIns="38160" bIns="38160" anchor="ctr">
              <a:noAutofit/>
            </a:bodyPr>
            <a:p>
              <a:pPr defTabSz="457200">
                <a:lnSpc>
                  <a:spcPct val="100000"/>
                </a:lnSpc>
              </a:pPr>
              <a:endParaRPr b="0" lang="en-US" sz="3000" strike="noStrike" u="none">
                <a:solidFill>
                  <a:srgbClr val="ffffff"/>
                </a:solidFill>
                <a:effectLst/>
                <a:uFillTx/>
                <a:latin typeface="Calibri"/>
              </a:endParaRPr>
            </a:p>
          </p:txBody>
        </p:sp>
      </p:grpSp>
      <p:sp>
        <p:nvSpPr>
          <p:cNvPr id="19" name="PlaceHolder 1"/>
          <p:cNvSpPr>
            <a:spLocks noGrp="1"/>
          </p:cNvSpPr>
          <p:nvPr>
            <p:ph type="title"/>
          </p:nvPr>
        </p:nvSpPr>
        <p:spPr>
          <a:xfrm>
            <a:off x="837360" y="365040"/>
            <a:ext cx="1051236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0" lang="en-US" sz="4400" strike="noStrike" u="none">
                <a:solidFill>
                  <a:schemeClr val="lt1"/>
                </a:solidFill>
                <a:effectLst/>
                <a:uFillTx/>
                <a:latin typeface="Calibri Light"/>
              </a:rPr>
              <a:t>Click to edit Master title style</a:t>
            </a:r>
            <a:endParaRPr b="0" lang="en-US" sz="4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0" name="PlaceHolder 2"/>
          <p:cNvSpPr>
            <a:spLocks noGrp="1"/>
          </p:cNvSpPr>
          <p:nvPr>
            <p:ph type="body"/>
          </p:nvPr>
        </p:nvSpPr>
        <p:spPr>
          <a:xfrm>
            <a:off x="837360" y="1825560"/>
            <a:ext cx="10512360" cy="4350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spcAft>
                <a:spcPts val="1199"/>
              </a:spcAft>
              <a:buClr>
                <a:srgbClr val="ffffff"/>
              </a:buClr>
              <a:buFont typeface="Arial"/>
              <a:buChar char="•"/>
            </a:pPr>
            <a:r>
              <a:rPr b="0" lang="en-US" sz="2800" strike="noStrike" u="none">
                <a:solidFill>
                  <a:schemeClr val="lt1"/>
                </a:solidFill>
                <a:effectLst/>
                <a:uFillTx/>
                <a:latin typeface="Calibri"/>
              </a:rPr>
              <a:t>Click to edit Master text styles</a:t>
            </a:r>
            <a:endParaRPr b="0" lang="en-US" sz="2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  <a:p>
            <a:pPr lvl="1" marL="685800" indent="-228600" defTabSz="914400">
              <a:lnSpc>
                <a:spcPct val="90000"/>
              </a:lnSpc>
              <a:spcBef>
                <a:spcPts val="499"/>
              </a:spcBef>
              <a:spcAft>
                <a:spcPts val="1199"/>
              </a:spcAft>
              <a:buClr>
                <a:srgbClr val="ffffff"/>
              </a:buClr>
              <a:buFont typeface="Arial"/>
              <a:buChar char="•"/>
            </a:pPr>
            <a:r>
              <a:rPr b="0" lang="en-US" sz="2400" strike="noStrike" u="none">
                <a:solidFill>
                  <a:schemeClr val="lt1"/>
                </a:solidFill>
                <a:effectLst/>
                <a:uFillTx/>
                <a:latin typeface="Calibri"/>
              </a:rPr>
              <a:t>Second level</a:t>
            </a:r>
            <a:endParaRPr b="0" lang="en-US" sz="24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  <a:p>
            <a:pPr lvl="2" marL="1143000" indent="-228600" defTabSz="914400">
              <a:lnSpc>
                <a:spcPct val="90000"/>
              </a:lnSpc>
              <a:spcBef>
                <a:spcPts val="499"/>
              </a:spcBef>
              <a:spcAft>
                <a:spcPts val="1199"/>
              </a:spcAft>
              <a:buClr>
                <a:srgbClr val="ffffff"/>
              </a:buClr>
              <a:buFont typeface="Arial"/>
              <a:buChar char="•"/>
            </a:pPr>
            <a:r>
              <a:rPr b="0" lang="en-US" sz="2000" strike="noStrike" u="none">
                <a:solidFill>
                  <a:schemeClr val="lt1"/>
                </a:solidFill>
                <a:effectLst/>
                <a:uFillTx/>
                <a:latin typeface="Calibri"/>
              </a:rPr>
              <a:t>Third level</a:t>
            </a:r>
            <a:endParaRPr b="0" lang="en-US" sz="20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  <a:p>
            <a:pPr lvl="3" marL="1600200" indent="-228600" defTabSz="914400">
              <a:lnSpc>
                <a:spcPct val="90000"/>
              </a:lnSpc>
              <a:spcBef>
                <a:spcPts val="499"/>
              </a:spcBef>
              <a:spcAft>
                <a:spcPts val="1199"/>
              </a:spcAft>
              <a:buClr>
                <a:srgbClr val="ffffff"/>
              </a:buClr>
              <a:buFont typeface="Arial"/>
              <a:buChar char="•"/>
            </a:pPr>
            <a:r>
              <a:rPr b="0" lang="en-US" sz="1800" strike="noStrike" u="none">
                <a:solidFill>
                  <a:schemeClr val="lt1"/>
                </a:solidFill>
                <a:effectLst/>
                <a:uFillTx/>
                <a:latin typeface="Calibri"/>
              </a:rPr>
              <a:t>Fourth level</a:t>
            </a: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  <a:p>
            <a:pPr lvl="4" marL="2057400" indent="-228600" defTabSz="914400">
              <a:lnSpc>
                <a:spcPct val="90000"/>
              </a:lnSpc>
              <a:spcBef>
                <a:spcPts val="499"/>
              </a:spcBef>
              <a:spcAft>
                <a:spcPts val="1199"/>
              </a:spcAft>
              <a:buClr>
                <a:srgbClr val="ffffff"/>
              </a:buClr>
              <a:buFont typeface="Arial"/>
              <a:buChar char="•"/>
            </a:pPr>
            <a:r>
              <a:rPr b="0" lang="en-US" sz="1800" strike="noStrike" u="none">
                <a:solidFill>
                  <a:schemeClr val="lt1"/>
                </a:solidFill>
                <a:effectLst/>
                <a:uFillTx/>
                <a:latin typeface="Calibri"/>
              </a:rPr>
              <a:t>Fifth level</a:t>
            </a: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1" name="PlaceHolder 3"/>
          <p:cNvSpPr>
            <a:spLocks noGrp="1"/>
          </p:cNvSpPr>
          <p:nvPr>
            <p:ph type="dt" idx="1"/>
          </p:nvPr>
        </p:nvSpPr>
        <p:spPr>
          <a:xfrm>
            <a:off x="837360" y="6356520"/>
            <a:ext cx="2742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trike="noStrike" u="none">
                <a:solidFill>
                  <a:schemeClr val="lt1">
                    <a:lumMod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trike="noStrike" u="none">
                <a:solidFill>
                  <a:schemeClr val="lt1">
                    <a:lumMod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b="0" lang="en-US" sz="12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2" name="PlaceHolder 4"/>
          <p:cNvSpPr>
            <a:spLocks noGrp="1"/>
          </p:cNvSpPr>
          <p:nvPr>
            <p:ph type="ftr" idx="2"/>
          </p:nvPr>
        </p:nvSpPr>
        <p:spPr>
          <a:xfrm>
            <a:off x="4037040" y="6356520"/>
            <a:ext cx="411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defRPr b="0" lang="en-US" sz="1200" strike="noStrike" u="none">
                <a:solidFill>
                  <a:schemeClr val="lt1">
                    <a:lumMod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r>
              <a:rPr b="0" lang="en-US" sz="1200" strike="noStrike" u="none">
                <a:solidFill>
                  <a:schemeClr val="lt1">
                    <a:lumMod val="75000"/>
                  </a:schemeClr>
                </a:solidFill>
                <a:effectLst/>
                <a:uFillTx/>
                <a:latin typeface="Calibri"/>
              </a:rPr>
              <a:t>&lt;footer&gt;</a:t>
            </a:r>
            <a:endParaRPr b="0" lang="en-US" sz="12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3" name="PlaceHolder 5"/>
          <p:cNvSpPr>
            <a:spLocks noGrp="1"/>
          </p:cNvSpPr>
          <p:nvPr>
            <p:ph type="sldNum" idx="3"/>
          </p:nvPr>
        </p:nvSpPr>
        <p:spPr>
          <a:xfrm>
            <a:off x="8607600" y="6356520"/>
            <a:ext cx="2742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trike="noStrike" u="none">
                <a:solidFill>
                  <a:schemeClr val="lt1">
                    <a:lumMod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960C29E8-76DB-4C23-82B7-B8F3341EF114}" type="slidenum">
              <a:rPr b="0" lang="en-US" sz="1200" strike="noStrike" u="none">
                <a:solidFill>
                  <a:schemeClr val="lt1">
                    <a:lumMod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b="0" lang="en-US" sz="12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 and Content 2">
    <p:bg>
      <p:bgPr>
        <a:gradFill rotWithShape="0">
          <a:gsLst>
            <a:gs pos="0">
              <a:srgbClr val="253848"/>
            </a:gs>
            <a:gs pos="100000">
              <a:srgbClr val="134163"/>
            </a:gs>
          </a:gsLst>
          <a:lin ang="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Rectangle 6"/>
          <p:cNvSpPr/>
          <p:nvPr/>
        </p:nvSpPr>
        <p:spPr>
          <a:xfrm>
            <a:off x="-11880" y="7007400"/>
            <a:ext cx="1665720" cy="280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100" strike="noStrike" u="none">
                <a:solidFill>
                  <a:schemeClr val="accent1"/>
                </a:solidFill>
                <a:effectLst/>
                <a:uFillTx/>
                <a:latin typeface="Open Sans"/>
              </a:rPr>
              <a:t>© </a:t>
            </a:r>
            <a:r>
              <a:rPr b="0" lang="en-US" sz="1100" strike="noStrike" u="none">
                <a:solidFill>
                  <a:schemeClr val="accent1"/>
                </a:solidFill>
                <a:effectLst/>
                <a:uFillTx/>
                <a:latin typeface="Open Sans"/>
                <a:hlinkClick r:id="rId2"/>
              </a:rPr>
              <a:t>presentationgo.com</a:t>
            </a:r>
            <a:endParaRPr b="0" lang="en-US" sz="11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grpSp>
        <p:nvGrpSpPr>
          <p:cNvPr id="25" name="Group 7"/>
          <p:cNvGrpSpPr/>
          <p:nvPr/>
        </p:nvGrpSpPr>
        <p:grpSpPr>
          <a:xfrm>
            <a:off x="-1653840" y="-16560"/>
            <a:ext cx="1564200" cy="608760"/>
            <a:chOff x="-1653840" y="-16560"/>
            <a:chExt cx="1564200" cy="608760"/>
          </a:xfrm>
        </p:grpSpPr>
        <p:sp>
          <p:nvSpPr>
            <p:cNvPr id="26" name="TextBox 8"/>
            <p:cNvSpPr/>
            <p:nvPr/>
          </p:nvSpPr>
          <p:spPr>
            <a:xfrm>
              <a:off x="-1653840" y="-16560"/>
              <a:ext cx="361440" cy="2430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t">
              <a:spAutoFit/>
            </a:bodyPr>
            <a:p>
              <a:pPr defTabSz="457200">
                <a:lnSpc>
                  <a:spcPct val="100000"/>
                </a:lnSpc>
              </a:pPr>
              <a:r>
                <a:rPr b="0" lang="en-US" sz="1000" strike="noStrike" u="none">
                  <a:solidFill>
                    <a:schemeClr val="dk1"/>
                  </a:solidFill>
                  <a:effectLst/>
                  <a:uFillTx/>
                  <a:latin typeface="Open Sans"/>
                  <a:ea typeface="Open Sans"/>
                </a:rPr>
                <a:t>By:</a:t>
              </a:r>
              <a:endParaRPr b="0" lang="en-US" sz="10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7" name="TextBox 9"/>
            <p:cNvSpPr/>
            <p:nvPr/>
          </p:nvSpPr>
          <p:spPr>
            <a:xfrm>
              <a:off x="-559800" y="349200"/>
              <a:ext cx="470160" cy="2430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t">
              <a:spAutoFit/>
            </a:bodyPr>
            <a:p>
              <a:pPr defTabSz="457200">
                <a:lnSpc>
                  <a:spcPct val="100000"/>
                </a:lnSpc>
              </a:pPr>
              <a:r>
                <a:rPr b="0" lang="en-US" sz="1000" strike="noStrike" u="none">
                  <a:solidFill>
                    <a:schemeClr val="dk1"/>
                  </a:solidFill>
                  <a:effectLst/>
                  <a:uFillTx/>
                  <a:latin typeface="Open Sans"/>
                  <a:ea typeface="Open Sans"/>
                </a:rPr>
                <a:t>.com</a:t>
              </a:r>
              <a:endParaRPr b="0" lang="en-US" sz="10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pic>
          <p:nvPicPr>
            <p:cNvPr id="28" name="Picture 10" descr=""/>
            <p:cNvPicPr/>
            <p:nvPr/>
          </p:nvPicPr>
          <p:blipFill>
            <a:blip r:embed="rId3"/>
            <a:stretch/>
          </p:blipFill>
          <p:spPr>
            <a:xfrm>
              <a:off x="-1576080" y="196560"/>
              <a:ext cx="1404360" cy="185760"/>
            </a:xfrm>
            <a:prstGeom prst="rect">
              <a:avLst/>
            </a:prstGeom>
            <a:noFill/>
            <a:ln w="0">
              <a:noFill/>
            </a:ln>
          </p:spPr>
        </p:pic>
      </p:grpSp>
      <p:grpSp>
        <p:nvGrpSpPr>
          <p:cNvPr id="29" name="Group 9"/>
          <p:cNvGrpSpPr/>
          <p:nvPr/>
        </p:nvGrpSpPr>
        <p:grpSpPr>
          <a:xfrm>
            <a:off x="360" y="4132440"/>
            <a:ext cx="4937400" cy="2736360"/>
            <a:chOff x="360" y="4132440"/>
            <a:chExt cx="4937400" cy="2736360"/>
          </a:xfrm>
        </p:grpSpPr>
        <p:sp>
          <p:nvSpPr>
            <p:cNvPr id="30" name="Shape"/>
            <p:cNvSpPr/>
            <p:nvPr/>
          </p:nvSpPr>
          <p:spPr>
            <a:xfrm>
              <a:off x="360" y="4373640"/>
              <a:ext cx="4194720" cy="2486160"/>
            </a:xfrm>
            <a:custGeom>
              <a:avLst/>
              <a:gdLst>
                <a:gd name="textAreaLeft" fmla="*/ 0 w 4194720"/>
                <a:gd name="textAreaRight" fmla="*/ 4195080 w 4194720"/>
                <a:gd name="textAreaTop" fmla="*/ 0 h 2486160"/>
                <a:gd name="textAreaBottom" fmla="*/ 2486520 h 2486160"/>
                <a:gd name="GluePoint1X" fmla="logwidth/2"/>
                <a:gd name="GluePoint1Y" fmla="logheight/2"/>
                <a:gd name="GluePoint2X" fmla="logwidth/2"/>
                <a:gd name="GluePoint2Y" fmla="logheight/2"/>
                <a:gd name="GluePoint3X" fmla="logwidth/2"/>
                <a:gd name="GluePoint3Y" fmla="logheight/2"/>
                <a:gd name="GluePoint4X" fmla="logwidth/2"/>
                <a:gd name="GluePoint4Y" fmla="logheight/2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21600" h="21600">
                  <a:moveTo>
                    <a:pt x="0" y="0"/>
                  </a:moveTo>
                  <a:lnTo>
                    <a:pt x="5374" y="10568"/>
                  </a:lnTo>
                  <a:lnTo>
                    <a:pt x="15337" y="7766"/>
                  </a:lnTo>
                  <a:lnTo>
                    <a:pt x="21600" y="21600"/>
                  </a:lnTo>
                  <a:lnTo>
                    <a:pt x="0" y="21600"/>
                  </a:lnTo>
                  <a:close/>
                </a:path>
              </a:pathLst>
            </a:custGeom>
            <a:gradFill rotWithShape="0">
              <a:gsLst>
                <a:gs pos="0">
                  <a:srgbClr val="338088"/>
                </a:gs>
                <a:gs pos="48000">
                  <a:srgbClr val="5db8c2"/>
                </a:gs>
                <a:gs pos="100000">
                  <a:srgbClr val="9bd3d9"/>
                </a:gs>
              </a:gsLst>
              <a:lin ang="0"/>
            </a:gradFill>
            <a:ln w="1270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38160" rIns="38160" tIns="38160" bIns="38160" anchor="ctr">
              <a:noAutofit/>
            </a:bodyPr>
            <a:p>
              <a:pPr defTabSz="457200">
                <a:lnSpc>
                  <a:spcPct val="100000"/>
                </a:lnSpc>
              </a:pPr>
              <a:endParaRPr b="0" lang="en-US" sz="3000" strike="noStrike" u="none">
                <a:solidFill>
                  <a:srgbClr val="ffffff"/>
                </a:solidFill>
                <a:effectLst/>
                <a:uFillTx/>
                <a:latin typeface="Calibri"/>
              </a:endParaRPr>
            </a:p>
          </p:txBody>
        </p:sp>
        <p:sp>
          <p:nvSpPr>
            <p:cNvPr id="31" name="Shape"/>
            <p:cNvSpPr/>
            <p:nvPr/>
          </p:nvSpPr>
          <p:spPr>
            <a:xfrm>
              <a:off x="360" y="4132440"/>
              <a:ext cx="4937400" cy="2736360"/>
            </a:xfrm>
            <a:custGeom>
              <a:avLst/>
              <a:gdLst>
                <a:gd name="textAreaLeft" fmla="*/ 0 w 4937400"/>
                <a:gd name="textAreaRight" fmla="*/ 4937760 w 4937400"/>
                <a:gd name="textAreaTop" fmla="*/ 0 h 2736360"/>
                <a:gd name="textAreaBottom" fmla="*/ 2736720 h 2736360"/>
                <a:gd name="GluePoint1X" fmla="logwidth/2"/>
                <a:gd name="GluePoint1Y" fmla="logheight/2"/>
                <a:gd name="GluePoint2X" fmla="logwidth/2"/>
                <a:gd name="GluePoint2Y" fmla="logheight/2"/>
                <a:gd name="GluePoint3X" fmla="logwidth/2"/>
                <a:gd name="GluePoint3Y" fmla="logheight/2"/>
                <a:gd name="GluePoint4X" fmla="logwidth/2"/>
                <a:gd name="GluePoint4Y" fmla="logheight/2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21590" h="21600">
                  <a:moveTo>
                    <a:pt x="21345" y="16398"/>
                  </a:moveTo>
                  <a:cubicBezTo>
                    <a:pt x="21256" y="16398"/>
                    <a:pt x="21178" y="16478"/>
                    <a:pt x="21134" y="16598"/>
                  </a:cubicBezTo>
                  <a:lnTo>
                    <a:pt x="13295" y="9071"/>
                  </a:lnTo>
                  <a:cubicBezTo>
                    <a:pt x="13306" y="9021"/>
                    <a:pt x="13312" y="8961"/>
                    <a:pt x="13312" y="8901"/>
                  </a:cubicBezTo>
                  <a:cubicBezTo>
                    <a:pt x="13312" y="8640"/>
                    <a:pt x="13195" y="8440"/>
                    <a:pt x="13057" y="8440"/>
                  </a:cubicBezTo>
                  <a:cubicBezTo>
                    <a:pt x="12918" y="8440"/>
                    <a:pt x="12801" y="8650"/>
                    <a:pt x="12801" y="8901"/>
                  </a:cubicBezTo>
                  <a:cubicBezTo>
                    <a:pt x="12801" y="8911"/>
                    <a:pt x="12801" y="8921"/>
                    <a:pt x="12801" y="8921"/>
                  </a:cubicBezTo>
                  <a:lnTo>
                    <a:pt x="4846" y="11246"/>
                  </a:lnTo>
                  <a:cubicBezTo>
                    <a:pt x="4819" y="11066"/>
                    <a:pt x="4735" y="10925"/>
                    <a:pt x="4624" y="10905"/>
                  </a:cubicBezTo>
                  <a:lnTo>
                    <a:pt x="4624" y="4029"/>
                  </a:lnTo>
                  <a:cubicBezTo>
                    <a:pt x="4752" y="3999"/>
                    <a:pt x="4852" y="3809"/>
                    <a:pt x="4852" y="3568"/>
                  </a:cubicBezTo>
                  <a:cubicBezTo>
                    <a:pt x="4852" y="3308"/>
                    <a:pt x="4735" y="3107"/>
                    <a:pt x="4596" y="3107"/>
                  </a:cubicBezTo>
                  <a:cubicBezTo>
                    <a:pt x="4485" y="3107"/>
                    <a:pt x="4397" y="3227"/>
                    <a:pt x="4358" y="3398"/>
                  </a:cubicBezTo>
                  <a:lnTo>
                    <a:pt x="39" y="0"/>
                  </a:lnTo>
                  <a:lnTo>
                    <a:pt x="17" y="90"/>
                  </a:lnTo>
                  <a:lnTo>
                    <a:pt x="4341" y="3498"/>
                  </a:lnTo>
                  <a:cubicBezTo>
                    <a:pt x="4341" y="3518"/>
                    <a:pt x="4336" y="3548"/>
                    <a:pt x="4336" y="3568"/>
                  </a:cubicBezTo>
                  <a:cubicBezTo>
                    <a:pt x="4336" y="3809"/>
                    <a:pt x="4435" y="3999"/>
                    <a:pt x="4563" y="4029"/>
                  </a:cubicBezTo>
                  <a:lnTo>
                    <a:pt x="4563" y="10905"/>
                  </a:lnTo>
                  <a:cubicBezTo>
                    <a:pt x="4519" y="10915"/>
                    <a:pt x="4480" y="10935"/>
                    <a:pt x="4447" y="10985"/>
                  </a:cubicBezTo>
                  <a:lnTo>
                    <a:pt x="44" y="1784"/>
                  </a:lnTo>
                  <a:lnTo>
                    <a:pt x="0" y="1854"/>
                  </a:lnTo>
                  <a:lnTo>
                    <a:pt x="4402" y="11056"/>
                  </a:lnTo>
                  <a:cubicBezTo>
                    <a:pt x="4358" y="11136"/>
                    <a:pt x="4330" y="11246"/>
                    <a:pt x="4330" y="11376"/>
                  </a:cubicBezTo>
                  <a:cubicBezTo>
                    <a:pt x="4330" y="11386"/>
                    <a:pt x="4330" y="11396"/>
                    <a:pt x="4330" y="11396"/>
                  </a:cubicBezTo>
                  <a:lnTo>
                    <a:pt x="17" y="12639"/>
                  </a:lnTo>
                  <a:lnTo>
                    <a:pt x="28" y="12739"/>
                  </a:lnTo>
                  <a:lnTo>
                    <a:pt x="4341" y="11497"/>
                  </a:lnTo>
                  <a:cubicBezTo>
                    <a:pt x="4358" y="11617"/>
                    <a:pt x="4402" y="11717"/>
                    <a:pt x="4463" y="11777"/>
                  </a:cubicBezTo>
                  <a:lnTo>
                    <a:pt x="2215" y="21400"/>
                  </a:lnTo>
                  <a:lnTo>
                    <a:pt x="2265" y="21440"/>
                  </a:lnTo>
                  <a:lnTo>
                    <a:pt x="4513" y="11817"/>
                  </a:lnTo>
                  <a:cubicBezTo>
                    <a:pt x="4535" y="11827"/>
                    <a:pt x="4563" y="11837"/>
                    <a:pt x="4585" y="11837"/>
                  </a:cubicBezTo>
                  <a:cubicBezTo>
                    <a:pt x="4663" y="11837"/>
                    <a:pt x="4730" y="11777"/>
                    <a:pt x="4780" y="11677"/>
                  </a:cubicBezTo>
                  <a:lnTo>
                    <a:pt x="8410" y="16238"/>
                  </a:lnTo>
                  <a:cubicBezTo>
                    <a:pt x="8399" y="16288"/>
                    <a:pt x="8393" y="16338"/>
                    <a:pt x="8393" y="16398"/>
                  </a:cubicBezTo>
                  <a:cubicBezTo>
                    <a:pt x="8393" y="16458"/>
                    <a:pt x="8399" y="16518"/>
                    <a:pt x="8410" y="16568"/>
                  </a:cubicBezTo>
                  <a:lnTo>
                    <a:pt x="4824" y="21379"/>
                  </a:lnTo>
                  <a:lnTo>
                    <a:pt x="4857" y="21460"/>
                  </a:lnTo>
                  <a:lnTo>
                    <a:pt x="8438" y="16659"/>
                  </a:lnTo>
                  <a:cubicBezTo>
                    <a:pt x="8482" y="16779"/>
                    <a:pt x="8560" y="16869"/>
                    <a:pt x="8654" y="16869"/>
                  </a:cubicBezTo>
                  <a:cubicBezTo>
                    <a:pt x="8654" y="16869"/>
                    <a:pt x="8660" y="16869"/>
                    <a:pt x="8660" y="16869"/>
                  </a:cubicBezTo>
                  <a:lnTo>
                    <a:pt x="9704" y="21600"/>
                  </a:lnTo>
                  <a:lnTo>
                    <a:pt x="9754" y="21560"/>
                  </a:lnTo>
                  <a:lnTo>
                    <a:pt x="8715" y="16849"/>
                  </a:lnTo>
                  <a:cubicBezTo>
                    <a:pt x="8826" y="16799"/>
                    <a:pt x="8910" y="16618"/>
                    <a:pt x="8910" y="16398"/>
                  </a:cubicBezTo>
                  <a:cubicBezTo>
                    <a:pt x="8910" y="16268"/>
                    <a:pt x="8876" y="16147"/>
                    <a:pt x="8826" y="16057"/>
                  </a:cubicBezTo>
                  <a:lnTo>
                    <a:pt x="12873" y="9251"/>
                  </a:lnTo>
                  <a:cubicBezTo>
                    <a:pt x="12918" y="9322"/>
                    <a:pt x="12979" y="9362"/>
                    <a:pt x="13040" y="9362"/>
                  </a:cubicBezTo>
                  <a:cubicBezTo>
                    <a:pt x="13045" y="9362"/>
                    <a:pt x="13051" y="9362"/>
                    <a:pt x="13051" y="9362"/>
                  </a:cubicBezTo>
                  <a:lnTo>
                    <a:pt x="14128" y="21420"/>
                  </a:lnTo>
                  <a:lnTo>
                    <a:pt x="14183" y="21400"/>
                  </a:lnTo>
                  <a:lnTo>
                    <a:pt x="13107" y="9342"/>
                  </a:lnTo>
                  <a:cubicBezTo>
                    <a:pt x="13129" y="9332"/>
                    <a:pt x="13151" y="9312"/>
                    <a:pt x="13173" y="9291"/>
                  </a:cubicBezTo>
                  <a:lnTo>
                    <a:pt x="18336" y="21470"/>
                  </a:lnTo>
                  <a:lnTo>
                    <a:pt x="18380" y="21410"/>
                  </a:lnTo>
                  <a:lnTo>
                    <a:pt x="13218" y="9231"/>
                  </a:lnTo>
                  <a:cubicBezTo>
                    <a:pt x="13229" y="9211"/>
                    <a:pt x="13245" y="9181"/>
                    <a:pt x="13251" y="9161"/>
                  </a:cubicBezTo>
                  <a:lnTo>
                    <a:pt x="21089" y="16689"/>
                  </a:lnTo>
                  <a:cubicBezTo>
                    <a:pt x="21078" y="16739"/>
                    <a:pt x="21073" y="16799"/>
                    <a:pt x="21073" y="16859"/>
                  </a:cubicBezTo>
                  <a:cubicBezTo>
                    <a:pt x="21073" y="16989"/>
                    <a:pt x="21106" y="17110"/>
                    <a:pt x="21156" y="17200"/>
                  </a:cubicBezTo>
                  <a:lnTo>
                    <a:pt x="19413" y="21390"/>
                  </a:lnTo>
                  <a:lnTo>
                    <a:pt x="19457" y="21450"/>
                  </a:lnTo>
                  <a:lnTo>
                    <a:pt x="21200" y="17260"/>
                  </a:lnTo>
                  <a:cubicBezTo>
                    <a:pt x="21239" y="17300"/>
                    <a:pt x="21284" y="17330"/>
                    <a:pt x="21333" y="17330"/>
                  </a:cubicBezTo>
                  <a:cubicBezTo>
                    <a:pt x="21478" y="17330"/>
                    <a:pt x="21589" y="17120"/>
                    <a:pt x="21589" y="16869"/>
                  </a:cubicBezTo>
                  <a:cubicBezTo>
                    <a:pt x="21600" y="16608"/>
                    <a:pt x="21483" y="16398"/>
                    <a:pt x="21345" y="16398"/>
                  </a:cubicBezTo>
                  <a:close/>
                  <a:moveTo>
                    <a:pt x="8660" y="15937"/>
                  </a:moveTo>
                  <a:cubicBezTo>
                    <a:pt x="8571" y="15937"/>
                    <a:pt x="8488" y="16027"/>
                    <a:pt x="8444" y="16157"/>
                  </a:cubicBezTo>
                  <a:lnTo>
                    <a:pt x="4819" y="11607"/>
                  </a:lnTo>
                  <a:cubicBezTo>
                    <a:pt x="4841" y="11537"/>
                    <a:pt x="4852" y="11467"/>
                    <a:pt x="4852" y="11386"/>
                  </a:cubicBezTo>
                  <a:cubicBezTo>
                    <a:pt x="4852" y="11376"/>
                    <a:pt x="4852" y="11366"/>
                    <a:pt x="4852" y="11366"/>
                  </a:cubicBezTo>
                  <a:lnTo>
                    <a:pt x="12807" y="9041"/>
                  </a:lnTo>
                  <a:cubicBezTo>
                    <a:pt x="12818" y="9101"/>
                    <a:pt x="12829" y="9151"/>
                    <a:pt x="12851" y="9191"/>
                  </a:cubicBezTo>
                  <a:lnTo>
                    <a:pt x="8793" y="16007"/>
                  </a:lnTo>
                  <a:cubicBezTo>
                    <a:pt x="8754" y="15957"/>
                    <a:pt x="8710" y="15937"/>
                    <a:pt x="8660" y="15937"/>
                  </a:cubicBezTo>
                  <a:close/>
                </a:path>
              </a:pathLst>
            </a:custGeom>
            <a:solidFill>
              <a:schemeClr val="bg1"/>
            </a:solidFill>
            <a:ln w="1270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38160" rIns="38160" tIns="38160" bIns="38160" anchor="ctr">
              <a:noAutofit/>
            </a:bodyPr>
            <a:p>
              <a:pPr defTabSz="457200">
                <a:lnSpc>
                  <a:spcPct val="100000"/>
                </a:lnSpc>
              </a:pPr>
              <a:endParaRPr b="0" lang="en-US" sz="3000" strike="noStrike" u="none">
                <a:solidFill>
                  <a:srgbClr val="ffffff"/>
                </a:solidFill>
                <a:effectLst/>
                <a:uFillTx/>
                <a:latin typeface="Calibri"/>
              </a:endParaRPr>
            </a:p>
          </p:txBody>
        </p:sp>
      </p:grpSp>
      <p:sp>
        <p:nvSpPr>
          <p:cNvPr id="32" name="PlaceHolder 1"/>
          <p:cNvSpPr>
            <a:spLocks noGrp="1"/>
          </p:cNvSpPr>
          <p:nvPr>
            <p:ph type="title"/>
          </p:nvPr>
        </p:nvSpPr>
        <p:spPr>
          <a:xfrm>
            <a:off x="837360" y="365040"/>
            <a:ext cx="1051236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0" lang="en-US" sz="4400" strike="noStrike" u="none">
                <a:solidFill>
                  <a:schemeClr val="lt1"/>
                </a:solidFill>
                <a:effectLst/>
                <a:uFillTx/>
                <a:latin typeface="Calibri Light"/>
              </a:rPr>
              <a:t>Click to </a:t>
            </a:r>
            <a:r>
              <a:rPr b="0" lang="en-US" sz="4400" strike="noStrike" u="none">
                <a:solidFill>
                  <a:schemeClr val="lt1"/>
                </a:solidFill>
                <a:effectLst/>
                <a:uFillTx/>
                <a:latin typeface="Calibri Light"/>
              </a:rPr>
              <a:t>edit </a:t>
            </a:r>
            <a:r>
              <a:rPr b="0" lang="en-US" sz="4400" strike="noStrike" u="none">
                <a:solidFill>
                  <a:schemeClr val="lt1"/>
                </a:solidFill>
                <a:effectLst/>
                <a:uFillTx/>
                <a:latin typeface="Calibri Light"/>
              </a:rPr>
              <a:t>Master </a:t>
            </a:r>
            <a:r>
              <a:rPr b="0" lang="en-US" sz="4400" strike="noStrike" u="none">
                <a:solidFill>
                  <a:schemeClr val="lt1"/>
                </a:solidFill>
                <a:effectLst/>
                <a:uFillTx/>
                <a:latin typeface="Calibri Light"/>
              </a:rPr>
              <a:t>title </a:t>
            </a:r>
            <a:r>
              <a:rPr b="0" lang="en-US" sz="4400" strike="noStrike" u="none">
                <a:solidFill>
                  <a:schemeClr val="lt1"/>
                </a:solidFill>
                <a:effectLst/>
                <a:uFillTx/>
                <a:latin typeface="Calibri Light"/>
              </a:rPr>
              <a:t>style</a:t>
            </a:r>
            <a:endParaRPr b="0" lang="en-US" sz="4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3" name="PlaceHolder 2"/>
          <p:cNvSpPr>
            <a:spLocks noGrp="1"/>
          </p:cNvSpPr>
          <p:nvPr>
            <p:ph type="body"/>
          </p:nvPr>
        </p:nvSpPr>
        <p:spPr>
          <a:xfrm>
            <a:off x="1225800" y="1825560"/>
            <a:ext cx="10124280" cy="3359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spcAft>
                <a:spcPts val="1199"/>
              </a:spcAft>
              <a:buClr>
                <a:srgbClr val="ffffff"/>
              </a:buClr>
              <a:buFont typeface="Arial"/>
              <a:buChar char="•"/>
            </a:pPr>
            <a:r>
              <a:rPr b="0" lang="en-US" sz="2800" strike="noStrike" u="none">
                <a:solidFill>
                  <a:schemeClr val="lt1"/>
                </a:solidFill>
                <a:effectLst/>
                <a:uFillTx/>
                <a:latin typeface="Calibri"/>
              </a:rPr>
              <a:t>Click to edit Master text styles</a:t>
            </a:r>
            <a:endParaRPr b="0" lang="en-US" sz="2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  <a:p>
            <a:pPr lvl="1" marL="685800" indent="-228600" defTabSz="914400">
              <a:lnSpc>
                <a:spcPct val="90000"/>
              </a:lnSpc>
              <a:spcBef>
                <a:spcPts val="499"/>
              </a:spcBef>
              <a:spcAft>
                <a:spcPts val="1199"/>
              </a:spcAft>
              <a:buClr>
                <a:srgbClr val="ffffff"/>
              </a:buClr>
              <a:buFont typeface="Arial"/>
              <a:buChar char="•"/>
            </a:pPr>
            <a:r>
              <a:rPr b="0" lang="en-US" sz="2400" strike="noStrike" u="none">
                <a:solidFill>
                  <a:schemeClr val="lt1"/>
                </a:solidFill>
                <a:effectLst/>
                <a:uFillTx/>
                <a:latin typeface="Calibri"/>
              </a:rPr>
              <a:t>Second level</a:t>
            </a:r>
            <a:endParaRPr b="0" lang="en-US" sz="24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  <a:p>
            <a:pPr lvl="2" marL="1143000" indent="-228600" defTabSz="914400">
              <a:lnSpc>
                <a:spcPct val="90000"/>
              </a:lnSpc>
              <a:spcBef>
                <a:spcPts val="499"/>
              </a:spcBef>
              <a:spcAft>
                <a:spcPts val="1199"/>
              </a:spcAft>
              <a:buClr>
                <a:srgbClr val="ffffff"/>
              </a:buClr>
              <a:buFont typeface="Arial"/>
              <a:buChar char="•"/>
            </a:pPr>
            <a:r>
              <a:rPr b="0" lang="en-US" sz="2000" strike="noStrike" u="none">
                <a:solidFill>
                  <a:schemeClr val="lt1"/>
                </a:solidFill>
                <a:effectLst/>
                <a:uFillTx/>
                <a:latin typeface="Calibri"/>
              </a:rPr>
              <a:t>Third level</a:t>
            </a:r>
            <a:endParaRPr b="0" lang="en-US" sz="20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  <a:p>
            <a:pPr lvl="3" marL="1600200" indent="-228600" defTabSz="914400">
              <a:lnSpc>
                <a:spcPct val="90000"/>
              </a:lnSpc>
              <a:spcBef>
                <a:spcPts val="499"/>
              </a:spcBef>
              <a:spcAft>
                <a:spcPts val="1199"/>
              </a:spcAft>
              <a:buClr>
                <a:srgbClr val="ffffff"/>
              </a:buClr>
              <a:buFont typeface="Arial"/>
              <a:buChar char="•"/>
            </a:pPr>
            <a:r>
              <a:rPr b="0" lang="en-US" sz="1800" strike="noStrike" u="none">
                <a:solidFill>
                  <a:schemeClr val="lt1"/>
                </a:solidFill>
                <a:effectLst/>
                <a:uFillTx/>
                <a:latin typeface="Calibri"/>
              </a:rPr>
              <a:t>Fourth level</a:t>
            </a: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  <a:p>
            <a:pPr lvl="4" marL="2057400" indent="-228600" defTabSz="914400">
              <a:lnSpc>
                <a:spcPct val="90000"/>
              </a:lnSpc>
              <a:spcBef>
                <a:spcPts val="499"/>
              </a:spcBef>
              <a:spcAft>
                <a:spcPts val="1199"/>
              </a:spcAft>
              <a:buClr>
                <a:srgbClr val="ffffff"/>
              </a:buClr>
              <a:buFont typeface="Arial"/>
              <a:buChar char="•"/>
            </a:pPr>
            <a:r>
              <a:rPr b="0" lang="en-US" sz="1800" strike="noStrike" u="none">
                <a:solidFill>
                  <a:schemeClr val="lt1"/>
                </a:solidFill>
                <a:effectLst/>
                <a:uFillTx/>
                <a:latin typeface="Calibri"/>
              </a:rPr>
              <a:t>Fifth level</a:t>
            </a: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4" name="PlaceHolder 3"/>
          <p:cNvSpPr>
            <a:spLocks noGrp="1"/>
          </p:cNvSpPr>
          <p:nvPr>
            <p:ph type="dt" idx="4"/>
          </p:nvPr>
        </p:nvSpPr>
        <p:spPr>
          <a:xfrm>
            <a:off x="4937400" y="6356520"/>
            <a:ext cx="122760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trike="noStrike" u="none">
                <a:solidFill>
                  <a:schemeClr val="lt1">
                    <a:lumMod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trike="noStrike" u="none">
                <a:solidFill>
                  <a:schemeClr val="lt1">
                    <a:lumMod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b="0" lang="en-US" sz="12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5" name="PlaceHolder 4"/>
          <p:cNvSpPr>
            <a:spLocks noGrp="1"/>
          </p:cNvSpPr>
          <p:nvPr>
            <p:ph type="ftr" idx="5"/>
          </p:nvPr>
        </p:nvSpPr>
        <p:spPr>
          <a:xfrm>
            <a:off x="6298200" y="6356520"/>
            <a:ext cx="359028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defRPr b="0" lang="en-US" sz="1200" strike="noStrike" u="none">
                <a:solidFill>
                  <a:schemeClr val="lt1">
                    <a:lumMod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r>
              <a:rPr b="0" lang="en-US" sz="1200" strike="noStrike" u="none">
                <a:solidFill>
                  <a:schemeClr val="lt1">
                    <a:lumMod val="75000"/>
                  </a:schemeClr>
                </a:solidFill>
                <a:effectLst/>
                <a:uFillTx/>
                <a:latin typeface="Calibri"/>
              </a:rPr>
              <a:t>&lt;footer&gt;</a:t>
            </a:r>
            <a:endParaRPr b="0" lang="en-US" sz="12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6" name="PlaceHolder 5"/>
          <p:cNvSpPr>
            <a:spLocks noGrp="1"/>
          </p:cNvSpPr>
          <p:nvPr>
            <p:ph type="sldNum" idx="6"/>
          </p:nvPr>
        </p:nvSpPr>
        <p:spPr>
          <a:xfrm>
            <a:off x="10021680" y="6356520"/>
            <a:ext cx="13280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trike="noStrike" u="none">
                <a:solidFill>
                  <a:schemeClr val="lt1">
                    <a:lumMod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5DA7CA4E-F9A6-4ADD-86C7-894AD3225A74}" type="slidenum">
              <a:rPr b="0" lang="en-US" sz="1200" strike="noStrike" u="none">
                <a:solidFill>
                  <a:schemeClr val="lt1">
                    <a:lumMod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b="0" lang="en-US" sz="12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ection 1">
    <p:bg>
      <p:bgPr>
        <a:gradFill rotWithShape="0">
          <a:gsLst>
            <a:gs pos="0">
              <a:srgbClr val="253848"/>
            </a:gs>
            <a:gs pos="100000">
              <a:srgbClr val="134163"/>
            </a:gs>
          </a:gsLst>
          <a:lin ang="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Rectangle 6"/>
          <p:cNvSpPr/>
          <p:nvPr/>
        </p:nvSpPr>
        <p:spPr>
          <a:xfrm>
            <a:off x="-11880" y="7007400"/>
            <a:ext cx="1665720" cy="280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100" strike="noStrike" u="none">
                <a:solidFill>
                  <a:schemeClr val="accent1"/>
                </a:solidFill>
                <a:effectLst/>
                <a:uFillTx/>
                <a:latin typeface="Open Sans"/>
              </a:rPr>
              <a:t>© </a:t>
            </a:r>
            <a:r>
              <a:rPr b="0" lang="en-US" sz="1100" strike="noStrike" u="none">
                <a:solidFill>
                  <a:schemeClr val="accent1"/>
                </a:solidFill>
                <a:effectLst/>
                <a:uFillTx/>
                <a:latin typeface="Open Sans"/>
                <a:hlinkClick r:id="rId2"/>
              </a:rPr>
              <a:t>presentationgo.com</a:t>
            </a:r>
            <a:endParaRPr b="0" lang="en-US" sz="11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grpSp>
        <p:nvGrpSpPr>
          <p:cNvPr id="38" name="Group 7"/>
          <p:cNvGrpSpPr/>
          <p:nvPr/>
        </p:nvGrpSpPr>
        <p:grpSpPr>
          <a:xfrm>
            <a:off x="-1653840" y="-16560"/>
            <a:ext cx="1564200" cy="608760"/>
            <a:chOff x="-1653840" y="-16560"/>
            <a:chExt cx="1564200" cy="608760"/>
          </a:xfrm>
        </p:grpSpPr>
        <p:sp>
          <p:nvSpPr>
            <p:cNvPr id="39" name="TextBox 8"/>
            <p:cNvSpPr/>
            <p:nvPr/>
          </p:nvSpPr>
          <p:spPr>
            <a:xfrm>
              <a:off x="-1653840" y="-16560"/>
              <a:ext cx="361440" cy="2430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t">
              <a:spAutoFit/>
            </a:bodyPr>
            <a:p>
              <a:pPr defTabSz="457200">
                <a:lnSpc>
                  <a:spcPct val="100000"/>
                </a:lnSpc>
              </a:pPr>
              <a:r>
                <a:rPr b="0" lang="en-US" sz="1000" strike="noStrike" u="none">
                  <a:solidFill>
                    <a:schemeClr val="dk1"/>
                  </a:solidFill>
                  <a:effectLst/>
                  <a:uFillTx/>
                  <a:latin typeface="Open Sans"/>
                  <a:ea typeface="Open Sans"/>
                </a:rPr>
                <a:t>By:</a:t>
              </a:r>
              <a:endParaRPr b="0" lang="en-US" sz="10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0" name="TextBox 9"/>
            <p:cNvSpPr/>
            <p:nvPr/>
          </p:nvSpPr>
          <p:spPr>
            <a:xfrm>
              <a:off x="-559800" y="349200"/>
              <a:ext cx="470160" cy="2430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t">
              <a:spAutoFit/>
            </a:bodyPr>
            <a:p>
              <a:pPr defTabSz="457200">
                <a:lnSpc>
                  <a:spcPct val="100000"/>
                </a:lnSpc>
              </a:pPr>
              <a:r>
                <a:rPr b="0" lang="en-US" sz="1000" strike="noStrike" u="none">
                  <a:solidFill>
                    <a:schemeClr val="dk1"/>
                  </a:solidFill>
                  <a:effectLst/>
                  <a:uFillTx/>
                  <a:latin typeface="Open Sans"/>
                  <a:ea typeface="Open Sans"/>
                </a:rPr>
                <a:t>.com</a:t>
              </a:r>
              <a:endParaRPr b="0" lang="en-US" sz="10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pic>
          <p:nvPicPr>
            <p:cNvPr id="41" name="Picture 10" descr=""/>
            <p:cNvPicPr/>
            <p:nvPr/>
          </p:nvPicPr>
          <p:blipFill>
            <a:blip r:embed="rId3"/>
            <a:stretch/>
          </p:blipFill>
          <p:spPr>
            <a:xfrm>
              <a:off x="-1576080" y="196560"/>
              <a:ext cx="1404360" cy="185760"/>
            </a:xfrm>
            <a:prstGeom prst="rect">
              <a:avLst/>
            </a:prstGeom>
            <a:noFill/>
            <a:ln w="0">
              <a:noFill/>
            </a:ln>
          </p:spPr>
        </p:pic>
      </p:grpSp>
      <p:grpSp>
        <p:nvGrpSpPr>
          <p:cNvPr id="42" name="Group 14"/>
          <p:cNvGrpSpPr/>
          <p:nvPr/>
        </p:nvGrpSpPr>
        <p:grpSpPr>
          <a:xfrm>
            <a:off x="360" y="-30600"/>
            <a:ext cx="12201120" cy="6888240"/>
            <a:chOff x="360" y="-30600"/>
            <a:chExt cx="12201120" cy="6888240"/>
          </a:xfrm>
        </p:grpSpPr>
        <p:sp>
          <p:nvSpPr>
            <p:cNvPr id="43" name="Shape"/>
            <p:cNvSpPr/>
            <p:nvPr/>
          </p:nvSpPr>
          <p:spPr>
            <a:xfrm>
              <a:off x="360" y="-5040"/>
              <a:ext cx="12201120" cy="6857640"/>
            </a:xfrm>
            <a:custGeom>
              <a:avLst/>
              <a:gdLst>
                <a:gd name="textAreaLeft" fmla="*/ 0 w 12201120"/>
                <a:gd name="textAreaRight" fmla="*/ 12201480 w 12201120"/>
                <a:gd name="textAreaTop" fmla="*/ 0 h 6857640"/>
                <a:gd name="textAreaBottom" fmla="*/ 6858000 h 6857640"/>
                <a:gd name="GluePoint1X" fmla="logwidth/2"/>
                <a:gd name="GluePoint1Y" fmla="logheight/2"/>
                <a:gd name="GluePoint2X" fmla="logwidth/2"/>
                <a:gd name="GluePoint2Y" fmla="logheight/2"/>
                <a:gd name="GluePoint3X" fmla="logwidth/2"/>
                <a:gd name="GluePoint3Y" fmla="logheight/2"/>
                <a:gd name="GluePoint4X" fmla="logwidth/2"/>
                <a:gd name="GluePoint4Y" fmla="logheight/2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21600" h="21600">
                  <a:moveTo>
                    <a:pt x="0" y="3372"/>
                  </a:moveTo>
                  <a:lnTo>
                    <a:pt x="3402" y="8768"/>
                  </a:lnTo>
                  <a:lnTo>
                    <a:pt x="10460" y="6068"/>
                  </a:lnTo>
                  <a:lnTo>
                    <a:pt x="15671" y="14512"/>
                  </a:lnTo>
                  <a:lnTo>
                    <a:pt x="17980" y="13768"/>
                  </a:lnTo>
                  <a:lnTo>
                    <a:pt x="21600" y="21600"/>
                  </a:lnTo>
                  <a:lnTo>
                    <a:pt x="21600" y="0"/>
                  </a:lnTo>
                  <a:lnTo>
                    <a:pt x="0" y="0"/>
                  </a:lnTo>
                  <a:close/>
                </a:path>
              </a:pathLst>
            </a:custGeom>
            <a:gradFill rotWithShape="0">
              <a:gsLst>
                <a:gs pos="0">
                  <a:srgbClr val="338088"/>
                </a:gs>
                <a:gs pos="48000">
                  <a:srgbClr val="5db8c2"/>
                </a:gs>
                <a:gs pos="100000">
                  <a:srgbClr val="9bd3d9"/>
                </a:gs>
              </a:gsLst>
              <a:lin ang="10800000"/>
            </a:gradFill>
            <a:ln w="1270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38160" rIns="38160" tIns="38160" bIns="38160" anchor="ctr">
              <a:noAutofit/>
            </a:bodyPr>
            <a:p>
              <a:pPr defTabSz="457200">
                <a:lnSpc>
                  <a:spcPct val="100000"/>
                </a:lnSpc>
              </a:pPr>
              <a:endParaRPr b="0" lang="en-US" sz="3000" strike="noStrike" u="none">
                <a:solidFill>
                  <a:srgbClr val="ffffff"/>
                </a:solidFill>
                <a:effectLst/>
                <a:uFillTx/>
                <a:latin typeface="Calibri"/>
              </a:endParaRPr>
            </a:p>
          </p:txBody>
        </p:sp>
        <p:sp>
          <p:nvSpPr>
            <p:cNvPr id="44" name="Shape"/>
            <p:cNvSpPr/>
            <p:nvPr/>
          </p:nvSpPr>
          <p:spPr>
            <a:xfrm>
              <a:off x="360" y="-30600"/>
              <a:ext cx="12197160" cy="6888240"/>
            </a:xfrm>
            <a:custGeom>
              <a:avLst/>
              <a:gdLst>
                <a:gd name="textAreaLeft" fmla="*/ 0 w 12197160"/>
                <a:gd name="textAreaRight" fmla="*/ 12197520 w 12197160"/>
                <a:gd name="textAreaTop" fmla="*/ 0 h 6888240"/>
                <a:gd name="textAreaBottom" fmla="*/ 6888600 h 6888240"/>
                <a:gd name="GluePoint1X" fmla="logwidth/2"/>
                <a:gd name="GluePoint1Y" fmla="logheight/2"/>
                <a:gd name="GluePoint2X" fmla="logwidth/2"/>
                <a:gd name="GluePoint2Y" fmla="logheight/2"/>
                <a:gd name="GluePoint3X" fmla="logwidth/2"/>
                <a:gd name="GluePoint3Y" fmla="logheight/2"/>
                <a:gd name="GluePoint4X" fmla="logwidth/2"/>
                <a:gd name="GluePoint4Y" fmla="logheight/2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21600" h="21600">
                  <a:moveTo>
                    <a:pt x="17973" y="13978"/>
                  </a:moveTo>
                  <a:cubicBezTo>
                    <a:pt x="17994" y="13978"/>
                    <a:pt x="18014" y="13966"/>
                    <a:pt x="18030" y="13946"/>
                  </a:cubicBezTo>
                  <a:lnTo>
                    <a:pt x="21582" y="21600"/>
                  </a:lnTo>
                  <a:lnTo>
                    <a:pt x="21600" y="21576"/>
                  </a:lnTo>
                  <a:lnTo>
                    <a:pt x="18048" y="13922"/>
                  </a:lnTo>
                  <a:cubicBezTo>
                    <a:pt x="18066" y="13890"/>
                    <a:pt x="18077" y="13842"/>
                    <a:pt x="18077" y="13795"/>
                  </a:cubicBezTo>
                  <a:cubicBezTo>
                    <a:pt x="18077" y="13755"/>
                    <a:pt x="18070" y="13719"/>
                    <a:pt x="18059" y="13691"/>
                  </a:cubicBezTo>
                  <a:lnTo>
                    <a:pt x="21600" y="8263"/>
                  </a:lnTo>
                  <a:lnTo>
                    <a:pt x="21584" y="8231"/>
                  </a:lnTo>
                  <a:lnTo>
                    <a:pt x="18043" y="13655"/>
                  </a:lnTo>
                  <a:cubicBezTo>
                    <a:pt x="18025" y="13623"/>
                    <a:pt x="18000" y="13604"/>
                    <a:pt x="17971" y="13604"/>
                  </a:cubicBezTo>
                  <a:cubicBezTo>
                    <a:pt x="17962" y="13604"/>
                    <a:pt x="17953" y="13608"/>
                    <a:pt x="17946" y="13612"/>
                  </a:cubicBezTo>
                  <a:lnTo>
                    <a:pt x="16930" y="8785"/>
                  </a:lnTo>
                  <a:cubicBezTo>
                    <a:pt x="16964" y="8753"/>
                    <a:pt x="16989" y="8693"/>
                    <a:pt x="16989" y="8622"/>
                  </a:cubicBezTo>
                  <a:cubicBezTo>
                    <a:pt x="16989" y="8618"/>
                    <a:pt x="16989" y="8614"/>
                    <a:pt x="16989" y="8606"/>
                  </a:cubicBezTo>
                  <a:lnTo>
                    <a:pt x="21593" y="7065"/>
                  </a:lnTo>
                  <a:lnTo>
                    <a:pt x="21589" y="7025"/>
                  </a:lnTo>
                  <a:lnTo>
                    <a:pt x="16984" y="8566"/>
                  </a:lnTo>
                  <a:cubicBezTo>
                    <a:pt x="16975" y="8510"/>
                    <a:pt x="16950" y="8462"/>
                    <a:pt x="16917" y="8446"/>
                  </a:cubicBezTo>
                  <a:lnTo>
                    <a:pt x="17933" y="88"/>
                  </a:lnTo>
                  <a:lnTo>
                    <a:pt x="17910" y="80"/>
                  </a:lnTo>
                  <a:lnTo>
                    <a:pt x="16896" y="8438"/>
                  </a:lnTo>
                  <a:cubicBezTo>
                    <a:pt x="16892" y="8438"/>
                    <a:pt x="16890" y="8438"/>
                    <a:pt x="16885" y="8438"/>
                  </a:cubicBezTo>
                  <a:cubicBezTo>
                    <a:pt x="16863" y="8438"/>
                    <a:pt x="16842" y="8450"/>
                    <a:pt x="16827" y="8470"/>
                  </a:cubicBezTo>
                  <a:lnTo>
                    <a:pt x="12741" y="0"/>
                  </a:lnTo>
                  <a:lnTo>
                    <a:pt x="12723" y="24"/>
                  </a:lnTo>
                  <a:lnTo>
                    <a:pt x="16809" y="8494"/>
                  </a:lnTo>
                  <a:cubicBezTo>
                    <a:pt x="16791" y="8526"/>
                    <a:pt x="16780" y="8570"/>
                    <a:pt x="16780" y="8622"/>
                  </a:cubicBezTo>
                  <a:cubicBezTo>
                    <a:pt x="16780" y="8693"/>
                    <a:pt x="16804" y="8757"/>
                    <a:pt x="16838" y="8785"/>
                  </a:cubicBezTo>
                  <a:lnTo>
                    <a:pt x="15689" y="14348"/>
                  </a:lnTo>
                  <a:cubicBezTo>
                    <a:pt x="15680" y="14344"/>
                    <a:pt x="15673" y="14344"/>
                    <a:pt x="15664" y="14344"/>
                  </a:cubicBezTo>
                  <a:cubicBezTo>
                    <a:pt x="15653" y="14344"/>
                    <a:pt x="15642" y="14348"/>
                    <a:pt x="15631" y="14356"/>
                  </a:cubicBezTo>
                  <a:lnTo>
                    <a:pt x="11950" y="76"/>
                  </a:lnTo>
                  <a:lnTo>
                    <a:pt x="11939" y="36"/>
                  </a:lnTo>
                  <a:lnTo>
                    <a:pt x="10489" y="5950"/>
                  </a:lnTo>
                  <a:cubicBezTo>
                    <a:pt x="10480" y="5946"/>
                    <a:pt x="10468" y="5942"/>
                    <a:pt x="10457" y="5942"/>
                  </a:cubicBezTo>
                  <a:cubicBezTo>
                    <a:pt x="10410" y="5942"/>
                    <a:pt x="10372" y="5997"/>
                    <a:pt x="10358" y="6069"/>
                  </a:cubicBezTo>
                  <a:lnTo>
                    <a:pt x="5475" y="4321"/>
                  </a:lnTo>
                  <a:cubicBezTo>
                    <a:pt x="5473" y="4293"/>
                    <a:pt x="5466" y="4265"/>
                    <a:pt x="5457" y="4245"/>
                  </a:cubicBezTo>
                  <a:lnTo>
                    <a:pt x="10037" y="104"/>
                  </a:lnTo>
                  <a:lnTo>
                    <a:pt x="10025" y="68"/>
                  </a:lnTo>
                  <a:lnTo>
                    <a:pt x="5441" y="4217"/>
                  </a:lnTo>
                  <a:cubicBezTo>
                    <a:pt x="5423" y="4189"/>
                    <a:pt x="5398" y="4173"/>
                    <a:pt x="5374" y="4173"/>
                  </a:cubicBezTo>
                  <a:cubicBezTo>
                    <a:pt x="5340" y="4173"/>
                    <a:pt x="5313" y="4201"/>
                    <a:pt x="5293" y="4241"/>
                  </a:cubicBezTo>
                  <a:lnTo>
                    <a:pt x="11" y="1075"/>
                  </a:lnTo>
                  <a:lnTo>
                    <a:pt x="5" y="1111"/>
                  </a:lnTo>
                  <a:lnTo>
                    <a:pt x="5279" y="4273"/>
                  </a:lnTo>
                  <a:cubicBezTo>
                    <a:pt x="5272" y="4297"/>
                    <a:pt x="5268" y="4325"/>
                    <a:pt x="5268" y="4357"/>
                  </a:cubicBezTo>
                  <a:cubicBezTo>
                    <a:pt x="5268" y="4396"/>
                    <a:pt x="5275" y="4432"/>
                    <a:pt x="5286" y="4460"/>
                  </a:cubicBezTo>
                  <a:lnTo>
                    <a:pt x="3460" y="8658"/>
                  </a:lnTo>
                  <a:cubicBezTo>
                    <a:pt x="3444" y="8642"/>
                    <a:pt x="3427" y="8630"/>
                    <a:pt x="3406" y="8630"/>
                  </a:cubicBezTo>
                  <a:cubicBezTo>
                    <a:pt x="3379" y="8630"/>
                    <a:pt x="3355" y="8650"/>
                    <a:pt x="3337" y="8677"/>
                  </a:cubicBezTo>
                  <a:lnTo>
                    <a:pt x="16" y="3429"/>
                  </a:lnTo>
                  <a:lnTo>
                    <a:pt x="0" y="3457"/>
                  </a:lnTo>
                  <a:lnTo>
                    <a:pt x="3321" y="8705"/>
                  </a:lnTo>
                  <a:cubicBezTo>
                    <a:pt x="3310" y="8737"/>
                    <a:pt x="3301" y="8773"/>
                    <a:pt x="3301" y="8813"/>
                  </a:cubicBezTo>
                  <a:cubicBezTo>
                    <a:pt x="3301" y="8916"/>
                    <a:pt x="3348" y="8996"/>
                    <a:pt x="3404" y="8996"/>
                  </a:cubicBezTo>
                  <a:cubicBezTo>
                    <a:pt x="3456" y="8996"/>
                    <a:pt x="3498" y="8932"/>
                    <a:pt x="3507" y="8845"/>
                  </a:cubicBezTo>
                  <a:lnTo>
                    <a:pt x="11327" y="9940"/>
                  </a:lnTo>
                  <a:cubicBezTo>
                    <a:pt x="11332" y="10035"/>
                    <a:pt x="11377" y="10111"/>
                    <a:pt x="11431" y="10111"/>
                  </a:cubicBezTo>
                  <a:cubicBezTo>
                    <a:pt x="11440" y="10111"/>
                    <a:pt x="11446" y="10107"/>
                    <a:pt x="11455" y="10107"/>
                  </a:cubicBezTo>
                  <a:lnTo>
                    <a:pt x="11714" y="12349"/>
                  </a:lnTo>
                  <a:cubicBezTo>
                    <a:pt x="11678" y="12377"/>
                    <a:pt x="11651" y="12441"/>
                    <a:pt x="11651" y="12516"/>
                  </a:cubicBezTo>
                  <a:cubicBezTo>
                    <a:pt x="11651" y="12620"/>
                    <a:pt x="11698" y="12700"/>
                    <a:pt x="11754" y="12700"/>
                  </a:cubicBezTo>
                  <a:cubicBezTo>
                    <a:pt x="11797" y="12700"/>
                    <a:pt x="11833" y="12656"/>
                    <a:pt x="11849" y="12588"/>
                  </a:cubicBezTo>
                  <a:lnTo>
                    <a:pt x="15561" y="14500"/>
                  </a:lnTo>
                  <a:cubicBezTo>
                    <a:pt x="15561" y="14512"/>
                    <a:pt x="15559" y="14519"/>
                    <a:pt x="15559" y="14531"/>
                  </a:cubicBezTo>
                  <a:cubicBezTo>
                    <a:pt x="15559" y="14635"/>
                    <a:pt x="15606" y="14715"/>
                    <a:pt x="15662" y="14715"/>
                  </a:cubicBezTo>
                  <a:cubicBezTo>
                    <a:pt x="15682" y="14715"/>
                    <a:pt x="15700" y="14703"/>
                    <a:pt x="15716" y="14687"/>
                  </a:cubicBezTo>
                  <a:lnTo>
                    <a:pt x="17434" y="18585"/>
                  </a:lnTo>
                  <a:cubicBezTo>
                    <a:pt x="17414" y="18617"/>
                    <a:pt x="17402" y="18665"/>
                    <a:pt x="17402" y="18717"/>
                  </a:cubicBezTo>
                  <a:cubicBezTo>
                    <a:pt x="17402" y="18820"/>
                    <a:pt x="17450" y="18900"/>
                    <a:pt x="17506" y="18900"/>
                  </a:cubicBezTo>
                  <a:cubicBezTo>
                    <a:pt x="17544" y="18900"/>
                    <a:pt x="17578" y="18864"/>
                    <a:pt x="17596" y="18808"/>
                  </a:cubicBezTo>
                  <a:lnTo>
                    <a:pt x="21011" y="21600"/>
                  </a:lnTo>
                  <a:lnTo>
                    <a:pt x="21020" y="21564"/>
                  </a:lnTo>
                  <a:lnTo>
                    <a:pt x="17609" y="18781"/>
                  </a:lnTo>
                  <a:cubicBezTo>
                    <a:pt x="17614" y="18761"/>
                    <a:pt x="17616" y="18741"/>
                    <a:pt x="17616" y="18721"/>
                  </a:cubicBezTo>
                  <a:cubicBezTo>
                    <a:pt x="17616" y="18637"/>
                    <a:pt x="17584" y="18565"/>
                    <a:pt x="17539" y="18542"/>
                  </a:cubicBezTo>
                  <a:lnTo>
                    <a:pt x="17967" y="13974"/>
                  </a:lnTo>
                  <a:cubicBezTo>
                    <a:pt x="17969" y="13978"/>
                    <a:pt x="17971" y="13978"/>
                    <a:pt x="17973" y="13978"/>
                  </a:cubicBezTo>
                  <a:close/>
                  <a:moveTo>
                    <a:pt x="16860" y="8801"/>
                  </a:moveTo>
                  <a:cubicBezTo>
                    <a:pt x="16869" y="8805"/>
                    <a:pt x="16876" y="8805"/>
                    <a:pt x="16885" y="8805"/>
                  </a:cubicBezTo>
                  <a:cubicBezTo>
                    <a:pt x="16894" y="8805"/>
                    <a:pt x="16903" y="8801"/>
                    <a:pt x="16910" y="8797"/>
                  </a:cubicBezTo>
                  <a:lnTo>
                    <a:pt x="17926" y="13623"/>
                  </a:lnTo>
                  <a:cubicBezTo>
                    <a:pt x="17892" y="13655"/>
                    <a:pt x="17868" y="13715"/>
                    <a:pt x="17868" y="13787"/>
                  </a:cubicBezTo>
                  <a:cubicBezTo>
                    <a:pt x="17868" y="13791"/>
                    <a:pt x="17868" y="13795"/>
                    <a:pt x="17868" y="13799"/>
                  </a:cubicBezTo>
                  <a:lnTo>
                    <a:pt x="15763" y="14472"/>
                  </a:lnTo>
                  <a:cubicBezTo>
                    <a:pt x="15754" y="14424"/>
                    <a:pt x="15736" y="14380"/>
                    <a:pt x="15709" y="14360"/>
                  </a:cubicBezTo>
                  <a:lnTo>
                    <a:pt x="16860" y="8801"/>
                  </a:lnTo>
                  <a:close/>
                  <a:moveTo>
                    <a:pt x="3510" y="8793"/>
                  </a:moveTo>
                  <a:lnTo>
                    <a:pt x="10360" y="6185"/>
                  </a:lnTo>
                  <a:cubicBezTo>
                    <a:pt x="10374" y="6256"/>
                    <a:pt x="10412" y="6312"/>
                    <a:pt x="10459" y="6312"/>
                  </a:cubicBezTo>
                  <a:cubicBezTo>
                    <a:pt x="10471" y="6312"/>
                    <a:pt x="10482" y="6308"/>
                    <a:pt x="10493" y="6300"/>
                  </a:cubicBezTo>
                  <a:lnTo>
                    <a:pt x="11390" y="9757"/>
                  </a:lnTo>
                  <a:cubicBezTo>
                    <a:pt x="11359" y="9781"/>
                    <a:pt x="11334" y="9836"/>
                    <a:pt x="11329" y="9900"/>
                  </a:cubicBezTo>
                  <a:lnTo>
                    <a:pt x="3512" y="8805"/>
                  </a:lnTo>
                  <a:cubicBezTo>
                    <a:pt x="3510" y="8801"/>
                    <a:pt x="3510" y="8797"/>
                    <a:pt x="3510" y="8793"/>
                  </a:cubicBezTo>
                  <a:close/>
                  <a:moveTo>
                    <a:pt x="11431" y="9741"/>
                  </a:moveTo>
                  <a:cubicBezTo>
                    <a:pt x="11424" y="9741"/>
                    <a:pt x="11417" y="9741"/>
                    <a:pt x="11410" y="9745"/>
                  </a:cubicBezTo>
                  <a:lnTo>
                    <a:pt x="10513" y="6284"/>
                  </a:lnTo>
                  <a:cubicBezTo>
                    <a:pt x="10518" y="6280"/>
                    <a:pt x="10525" y="6272"/>
                    <a:pt x="10529" y="6264"/>
                  </a:cubicBezTo>
                  <a:lnTo>
                    <a:pt x="15570" y="14404"/>
                  </a:lnTo>
                  <a:lnTo>
                    <a:pt x="11527" y="10000"/>
                  </a:lnTo>
                  <a:cubicBezTo>
                    <a:pt x="11532" y="9976"/>
                    <a:pt x="11536" y="9952"/>
                    <a:pt x="11536" y="9928"/>
                  </a:cubicBezTo>
                  <a:cubicBezTo>
                    <a:pt x="11534" y="9824"/>
                    <a:pt x="11489" y="9741"/>
                    <a:pt x="11431" y="9741"/>
                  </a:cubicBezTo>
                  <a:close/>
                  <a:moveTo>
                    <a:pt x="11941" y="131"/>
                  </a:moveTo>
                  <a:lnTo>
                    <a:pt x="15613" y="14372"/>
                  </a:lnTo>
                  <a:cubicBezTo>
                    <a:pt x="15608" y="14376"/>
                    <a:pt x="15601" y="14384"/>
                    <a:pt x="15597" y="14392"/>
                  </a:cubicBezTo>
                  <a:lnTo>
                    <a:pt x="10543" y="6236"/>
                  </a:lnTo>
                  <a:cubicBezTo>
                    <a:pt x="10556" y="6204"/>
                    <a:pt x="10563" y="6169"/>
                    <a:pt x="10563" y="6129"/>
                  </a:cubicBezTo>
                  <a:cubicBezTo>
                    <a:pt x="10563" y="6061"/>
                    <a:pt x="10540" y="6001"/>
                    <a:pt x="10509" y="5969"/>
                  </a:cubicBezTo>
                  <a:lnTo>
                    <a:pt x="11941" y="131"/>
                  </a:lnTo>
                  <a:close/>
                  <a:moveTo>
                    <a:pt x="5302" y="4488"/>
                  </a:moveTo>
                  <a:cubicBezTo>
                    <a:pt x="5320" y="4520"/>
                    <a:pt x="5344" y="4540"/>
                    <a:pt x="5374" y="4540"/>
                  </a:cubicBezTo>
                  <a:cubicBezTo>
                    <a:pt x="5430" y="4540"/>
                    <a:pt x="5475" y="4460"/>
                    <a:pt x="5477" y="4365"/>
                  </a:cubicBezTo>
                  <a:lnTo>
                    <a:pt x="10356" y="6113"/>
                  </a:lnTo>
                  <a:cubicBezTo>
                    <a:pt x="10356" y="6117"/>
                    <a:pt x="10356" y="6125"/>
                    <a:pt x="10356" y="6129"/>
                  </a:cubicBezTo>
                  <a:cubicBezTo>
                    <a:pt x="10356" y="6137"/>
                    <a:pt x="10356" y="6141"/>
                    <a:pt x="10356" y="6149"/>
                  </a:cubicBezTo>
                  <a:lnTo>
                    <a:pt x="3505" y="8757"/>
                  </a:lnTo>
                  <a:cubicBezTo>
                    <a:pt x="3501" y="8729"/>
                    <a:pt x="3492" y="8701"/>
                    <a:pt x="3478" y="8681"/>
                  </a:cubicBezTo>
                  <a:lnTo>
                    <a:pt x="5302" y="4488"/>
                  </a:lnTo>
                  <a:close/>
                  <a:moveTo>
                    <a:pt x="11858" y="12552"/>
                  </a:moveTo>
                  <a:cubicBezTo>
                    <a:pt x="11860" y="12540"/>
                    <a:pt x="11860" y="12528"/>
                    <a:pt x="11860" y="12516"/>
                  </a:cubicBezTo>
                  <a:cubicBezTo>
                    <a:pt x="11860" y="12413"/>
                    <a:pt x="11813" y="12333"/>
                    <a:pt x="11757" y="12333"/>
                  </a:cubicBezTo>
                  <a:cubicBezTo>
                    <a:pt x="11750" y="12333"/>
                    <a:pt x="11743" y="12333"/>
                    <a:pt x="11736" y="12337"/>
                  </a:cubicBezTo>
                  <a:lnTo>
                    <a:pt x="11478" y="10095"/>
                  </a:lnTo>
                  <a:cubicBezTo>
                    <a:pt x="11494" y="10083"/>
                    <a:pt x="11507" y="10063"/>
                    <a:pt x="11516" y="10035"/>
                  </a:cubicBezTo>
                  <a:lnTo>
                    <a:pt x="15572" y="14456"/>
                  </a:lnTo>
                  <a:cubicBezTo>
                    <a:pt x="15572" y="14460"/>
                    <a:pt x="15570" y="14460"/>
                    <a:pt x="15570" y="14464"/>
                  </a:cubicBezTo>
                  <a:lnTo>
                    <a:pt x="11858" y="12552"/>
                  </a:lnTo>
                  <a:close/>
                  <a:moveTo>
                    <a:pt x="17517" y="18538"/>
                  </a:moveTo>
                  <a:cubicBezTo>
                    <a:pt x="17515" y="18538"/>
                    <a:pt x="17512" y="18538"/>
                    <a:pt x="17510" y="18538"/>
                  </a:cubicBezTo>
                  <a:cubicBezTo>
                    <a:pt x="17490" y="18538"/>
                    <a:pt x="17472" y="18550"/>
                    <a:pt x="17456" y="18565"/>
                  </a:cubicBezTo>
                  <a:lnTo>
                    <a:pt x="15739" y="14667"/>
                  </a:lnTo>
                  <a:cubicBezTo>
                    <a:pt x="15759" y="14635"/>
                    <a:pt x="15770" y="14587"/>
                    <a:pt x="15770" y="14535"/>
                  </a:cubicBezTo>
                  <a:cubicBezTo>
                    <a:pt x="15770" y="14531"/>
                    <a:pt x="15770" y="14527"/>
                    <a:pt x="15770" y="14523"/>
                  </a:cubicBezTo>
                  <a:lnTo>
                    <a:pt x="17874" y="13850"/>
                  </a:lnTo>
                  <a:cubicBezTo>
                    <a:pt x="17886" y="13910"/>
                    <a:pt x="17913" y="13958"/>
                    <a:pt x="17946" y="13974"/>
                  </a:cubicBezTo>
                  <a:lnTo>
                    <a:pt x="17517" y="18538"/>
                  </a:lnTo>
                  <a:close/>
                </a:path>
              </a:pathLst>
            </a:custGeom>
            <a:solidFill>
              <a:schemeClr val="bg1"/>
            </a:solidFill>
            <a:ln w="1270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38160" rIns="38160" tIns="38160" bIns="38160" anchor="ctr">
              <a:noAutofit/>
            </a:bodyPr>
            <a:p>
              <a:pPr defTabSz="457200">
                <a:lnSpc>
                  <a:spcPct val="100000"/>
                </a:lnSpc>
              </a:pPr>
              <a:endParaRPr b="0" lang="en-US" sz="3000" strike="noStrike" u="none">
                <a:solidFill>
                  <a:srgbClr val="ffffff"/>
                </a:solidFill>
                <a:effectLst/>
                <a:uFillTx/>
                <a:latin typeface="Calibri"/>
              </a:endParaRPr>
            </a:p>
          </p:txBody>
        </p:sp>
      </p:grpSp>
      <p:sp>
        <p:nvSpPr>
          <p:cNvPr id="45" name="PlaceHolder 1"/>
          <p:cNvSpPr>
            <a:spLocks noGrp="1"/>
          </p:cNvSpPr>
          <p:nvPr>
            <p:ph type="title"/>
          </p:nvPr>
        </p:nvSpPr>
        <p:spPr>
          <a:xfrm>
            <a:off x="831240" y="3237840"/>
            <a:ext cx="5444640" cy="1796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0" lang="en-US" sz="6000" strike="noStrike" u="none">
                <a:solidFill>
                  <a:schemeClr val="lt1"/>
                </a:solidFill>
                <a:effectLst/>
                <a:uFillTx/>
                <a:latin typeface="Calibri Light"/>
              </a:rPr>
              <a:t>Click to edit Master title style</a:t>
            </a:r>
            <a:endParaRPr b="0" lang="en-US" sz="6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6" name="PlaceHolder 2"/>
          <p:cNvSpPr>
            <a:spLocks noGrp="1"/>
          </p:cNvSpPr>
          <p:nvPr>
            <p:ph type="body"/>
          </p:nvPr>
        </p:nvSpPr>
        <p:spPr>
          <a:xfrm>
            <a:off x="831240" y="5061960"/>
            <a:ext cx="7709400" cy="9964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914400">
              <a:lnSpc>
                <a:spcPct val="90000"/>
              </a:lnSpc>
              <a:spcBef>
                <a:spcPts val="1001"/>
              </a:spcBef>
              <a:spcAft>
                <a:spcPts val="1199"/>
              </a:spcAft>
              <a:buNone/>
              <a:tabLst>
                <a:tab algn="l" pos="0"/>
              </a:tabLst>
            </a:pPr>
            <a:r>
              <a:rPr b="0" lang="en-US" sz="2400" strike="noStrike" u="none">
                <a:solidFill>
                  <a:schemeClr val="accent6">
                    <a:lumMod val="60000"/>
                    <a:lumOff val="40000"/>
                  </a:schemeClr>
                </a:solidFill>
                <a:effectLst/>
                <a:uFillTx/>
                <a:latin typeface="Calibri"/>
              </a:rPr>
              <a:t>Click to edit Master text styles</a:t>
            </a:r>
            <a:endParaRPr b="0" lang="en-US" sz="24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47" name="PlaceHolder 3"/>
          <p:cNvSpPr>
            <a:spLocks noGrp="1"/>
          </p:cNvSpPr>
          <p:nvPr>
            <p:ph type="dt" idx="7"/>
          </p:nvPr>
        </p:nvSpPr>
        <p:spPr>
          <a:xfrm>
            <a:off x="837360" y="6356520"/>
            <a:ext cx="2742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trike="noStrike" u="none">
                <a:solidFill>
                  <a:schemeClr val="lt1">
                    <a:lumMod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trike="noStrike" u="none">
                <a:solidFill>
                  <a:schemeClr val="lt1">
                    <a:lumMod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b="0" lang="en-US" sz="12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8" name="PlaceHolder 4"/>
          <p:cNvSpPr>
            <a:spLocks noGrp="1"/>
          </p:cNvSpPr>
          <p:nvPr>
            <p:ph type="ftr" idx="8"/>
          </p:nvPr>
        </p:nvSpPr>
        <p:spPr>
          <a:xfrm>
            <a:off x="4037040" y="6356520"/>
            <a:ext cx="411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defRPr b="0" lang="en-US" sz="1200" strike="noStrike" u="none">
                <a:solidFill>
                  <a:schemeClr val="lt1">
                    <a:lumMod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r>
              <a:rPr b="0" lang="en-US" sz="1200" strike="noStrike" u="none">
                <a:solidFill>
                  <a:schemeClr val="lt1">
                    <a:lumMod val="75000"/>
                  </a:schemeClr>
                </a:solidFill>
                <a:effectLst/>
                <a:uFillTx/>
                <a:latin typeface="Calibri"/>
              </a:rPr>
              <a:t>&lt;footer&gt;</a:t>
            </a:r>
            <a:endParaRPr b="0" lang="en-US" sz="12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9" name="PlaceHolder 5"/>
          <p:cNvSpPr>
            <a:spLocks noGrp="1"/>
          </p:cNvSpPr>
          <p:nvPr>
            <p:ph type="sldNum" idx="9"/>
          </p:nvPr>
        </p:nvSpPr>
        <p:spPr>
          <a:xfrm>
            <a:off x="8607600" y="6356520"/>
            <a:ext cx="196020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trike="noStrike" u="none">
                <a:solidFill>
                  <a:schemeClr val="lt1">
                    <a:lumMod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816E52BE-87E6-4C83-BD66-D05D384D8077}" type="slidenum">
              <a:rPr b="0" lang="en-US" sz="1200" strike="noStrike" u="none">
                <a:solidFill>
                  <a:schemeClr val="lt1">
                    <a:lumMod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b="0" lang="en-US" sz="12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ection 2">
    <p:bg>
      <p:bgPr>
        <a:gradFill rotWithShape="0">
          <a:gsLst>
            <a:gs pos="0">
              <a:srgbClr val="253848"/>
            </a:gs>
            <a:gs pos="100000">
              <a:srgbClr val="134163"/>
            </a:gs>
          </a:gsLst>
          <a:lin ang="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Rectangle 6"/>
          <p:cNvSpPr/>
          <p:nvPr/>
        </p:nvSpPr>
        <p:spPr>
          <a:xfrm>
            <a:off x="-11880" y="7007400"/>
            <a:ext cx="1665720" cy="280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100" strike="noStrike" u="none">
                <a:solidFill>
                  <a:schemeClr val="accent1"/>
                </a:solidFill>
                <a:effectLst/>
                <a:uFillTx/>
                <a:latin typeface="Open Sans"/>
              </a:rPr>
              <a:t>© </a:t>
            </a:r>
            <a:r>
              <a:rPr b="0" lang="en-US" sz="1100" strike="noStrike" u="none">
                <a:solidFill>
                  <a:schemeClr val="accent1"/>
                </a:solidFill>
                <a:effectLst/>
                <a:uFillTx/>
                <a:latin typeface="Open Sans"/>
                <a:hlinkClick r:id="rId2"/>
              </a:rPr>
              <a:t>presentationgo.com</a:t>
            </a:r>
            <a:endParaRPr b="0" lang="en-US" sz="11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grpSp>
        <p:nvGrpSpPr>
          <p:cNvPr id="51" name="Group 7"/>
          <p:cNvGrpSpPr/>
          <p:nvPr/>
        </p:nvGrpSpPr>
        <p:grpSpPr>
          <a:xfrm>
            <a:off x="-1653840" y="-16560"/>
            <a:ext cx="1564200" cy="608760"/>
            <a:chOff x="-1653840" y="-16560"/>
            <a:chExt cx="1564200" cy="608760"/>
          </a:xfrm>
        </p:grpSpPr>
        <p:sp>
          <p:nvSpPr>
            <p:cNvPr id="52" name="TextBox 8"/>
            <p:cNvSpPr/>
            <p:nvPr/>
          </p:nvSpPr>
          <p:spPr>
            <a:xfrm>
              <a:off x="-1653840" y="-16560"/>
              <a:ext cx="361440" cy="2430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t">
              <a:spAutoFit/>
            </a:bodyPr>
            <a:p>
              <a:pPr defTabSz="457200">
                <a:lnSpc>
                  <a:spcPct val="100000"/>
                </a:lnSpc>
              </a:pPr>
              <a:r>
                <a:rPr b="0" lang="en-US" sz="1000" strike="noStrike" u="none">
                  <a:solidFill>
                    <a:schemeClr val="dk1"/>
                  </a:solidFill>
                  <a:effectLst/>
                  <a:uFillTx/>
                  <a:latin typeface="Open Sans"/>
                  <a:ea typeface="Open Sans"/>
                </a:rPr>
                <a:t>By:</a:t>
              </a:r>
              <a:endParaRPr b="0" lang="en-US" sz="10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53" name="TextBox 9"/>
            <p:cNvSpPr/>
            <p:nvPr/>
          </p:nvSpPr>
          <p:spPr>
            <a:xfrm>
              <a:off x="-559800" y="349200"/>
              <a:ext cx="470160" cy="2430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t">
              <a:spAutoFit/>
            </a:bodyPr>
            <a:p>
              <a:pPr defTabSz="457200">
                <a:lnSpc>
                  <a:spcPct val="100000"/>
                </a:lnSpc>
              </a:pPr>
              <a:r>
                <a:rPr b="0" lang="en-US" sz="1000" strike="noStrike" u="none">
                  <a:solidFill>
                    <a:schemeClr val="dk1"/>
                  </a:solidFill>
                  <a:effectLst/>
                  <a:uFillTx/>
                  <a:latin typeface="Open Sans"/>
                  <a:ea typeface="Open Sans"/>
                </a:rPr>
                <a:t>.com</a:t>
              </a:r>
              <a:endParaRPr b="0" lang="en-US" sz="10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pic>
          <p:nvPicPr>
            <p:cNvPr id="54" name="Picture 10" descr=""/>
            <p:cNvPicPr/>
            <p:nvPr/>
          </p:nvPicPr>
          <p:blipFill>
            <a:blip r:embed="rId3"/>
            <a:stretch/>
          </p:blipFill>
          <p:spPr>
            <a:xfrm>
              <a:off x="-1576080" y="196560"/>
              <a:ext cx="1404360" cy="185760"/>
            </a:xfrm>
            <a:prstGeom prst="rect">
              <a:avLst/>
            </a:prstGeom>
            <a:noFill/>
            <a:ln w="0">
              <a:noFill/>
            </a:ln>
          </p:spPr>
        </p:pic>
      </p:grpSp>
      <p:grpSp>
        <p:nvGrpSpPr>
          <p:cNvPr id="55" name="Group 14"/>
          <p:cNvGrpSpPr/>
          <p:nvPr/>
        </p:nvGrpSpPr>
        <p:grpSpPr>
          <a:xfrm>
            <a:off x="5221800" y="-33480"/>
            <a:ext cx="6966360" cy="6903720"/>
            <a:chOff x="5221800" y="-33480"/>
            <a:chExt cx="6966360" cy="6903720"/>
          </a:xfrm>
        </p:grpSpPr>
        <p:sp>
          <p:nvSpPr>
            <p:cNvPr id="56" name="Shape"/>
            <p:cNvSpPr/>
            <p:nvPr/>
          </p:nvSpPr>
          <p:spPr>
            <a:xfrm>
              <a:off x="5564520" y="0"/>
              <a:ext cx="6619680" cy="6870240"/>
            </a:xfrm>
            <a:custGeom>
              <a:avLst/>
              <a:gdLst>
                <a:gd name="textAreaLeft" fmla="*/ 0 w 6619680"/>
                <a:gd name="textAreaRight" fmla="*/ 6620040 w 6619680"/>
                <a:gd name="textAreaTop" fmla="*/ 0 h 6870240"/>
                <a:gd name="textAreaBottom" fmla="*/ 6870600 h 6870240"/>
                <a:gd name="GluePoint1X" fmla="logwidth/2"/>
                <a:gd name="GluePoint1Y" fmla="logheight/2"/>
                <a:gd name="GluePoint2X" fmla="logwidth/2"/>
                <a:gd name="GluePoint2Y" fmla="logheight/2"/>
                <a:gd name="GluePoint3X" fmla="logwidth/2"/>
                <a:gd name="GluePoint3Y" fmla="logheight/2"/>
                <a:gd name="GluePoint4X" fmla="logwidth/2"/>
                <a:gd name="GluePoint4Y" fmla="logheight/2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21600" h="21600">
                  <a:moveTo>
                    <a:pt x="4532" y="21600"/>
                  </a:moveTo>
                  <a:lnTo>
                    <a:pt x="10199" y="13768"/>
                  </a:lnTo>
                  <a:lnTo>
                    <a:pt x="5241" y="9312"/>
                  </a:lnTo>
                  <a:lnTo>
                    <a:pt x="7366" y="6968"/>
                  </a:lnTo>
                  <a:lnTo>
                    <a:pt x="0" y="0"/>
                  </a:lnTo>
                  <a:lnTo>
                    <a:pt x="21600" y="0"/>
                  </a:lnTo>
                  <a:lnTo>
                    <a:pt x="21600" y="21600"/>
                  </a:lnTo>
                  <a:close/>
                </a:path>
              </a:pathLst>
            </a:custGeom>
            <a:gradFill rotWithShape="0">
              <a:gsLst>
                <a:gs pos="0">
                  <a:srgbClr val="338088"/>
                </a:gs>
                <a:gs pos="48000">
                  <a:srgbClr val="5db8c2"/>
                </a:gs>
                <a:gs pos="100000">
                  <a:srgbClr val="9bd3d9"/>
                </a:gs>
              </a:gsLst>
              <a:lin ang="10800000"/>
            </a:gradFill>
            <a:ln w="1270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38160" rIns="38160" tIns="38160" bIns="38160" anchor="ctr">
              <a:noAutofit/>
            </a:bodyPr>
            <a:p>
              <a:pPr defTabSz="457200">
                <a:lnSpc>
                  <a:spcPct val="100000"/>
                </a:lnSpc>
              </a:pPr>
              <a:endParaRPr b="0" lang="en-US" sz="3000" strike="noStrike" u="none">
                <a:solidFill>
                  <a:srgbClr val="ffffff"/>
                </a:solidFill>
                <a:effectLst/>
                <a:uFillTx/>
                <a:latin typeface="Calibri"/>
              </a:endParaRPr>
            </a:p>
          </p:txBody>
        </p:sp>
        <p:sp>
          <p:nvSpPr>
            <p:cNvPr id="57" name="Shape"/>
            <p:cNvSpPr/>
            <p:nvPr/>
          </p:nvSpPr>
          <p:spPr>
            <a:xfrm>
              <a:off x="5221800" y="-33480"/>
              <a:ext cx="6966360" cy="6903720"/>
            </a:xfrm>
            <a:custGeom>
              <a:avLst/>
              <a:gdLst>
                <a:gd name="textAreaLeft" fmla="*/ 0 w 6966360"/>
                <a:gd name="textAreaRight" fmla="*/ 6966720 w 6966360"/>
                <a:gd name="textAreaTop" fmla="*/ 0 h 6903720"/>
                <a:gd name="textAreaBottom" fmla="*/ 6904080 h 6903720"/>
                <a:gd name="GluePoint1X" fmla="logwidth/2"/>
                <a:gd name="GluePoint1Y" fmla="logheight/2"/>
                <a:gd name="GluePoint2X" fmla="logwidth/2"/>
                <a:gd name="GluePoint2Y" fmla="logheight/2"/>
                <a:gd name="GluePoint3X" fmla="logwidth/2"/>
                <a:gd name="GluePoint3Y" fmla="logheight/2"/>
                <a:gd name="GluePoint4X" fmla="logwidth/2"/>
                <a:gd name="GluePoint4Y" fmla="logheight/2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21600" h="21600">
                  <a:moveTo>
                    <a:pt x="17892" y="16968"/>
                  </a:moveTo>
                  <a:cubicBezTo>
                    <a:pt x="17892" y="16865"/>
                    <a:pt x="17809" y="16785"/>
                    <a:pt x="17711" y="16785"/>
                  </a:cubicBezTo>
                  <a:cubicBezTo>
                    <a:pt x="17711" y="16785"/>
                    <a:pt x="17707" y="16785"/>
                    <a:pt x="17707" y="16785"/>
                  </a:cubicBezTo>
                  <a:lnTo>
                    <a:pt x="16746" y="8211"/>
                  </a:lnTo>
                  <a:cubicBezTo>
                    <a:pt x="16762" y="8207"/>
                    <a:pt x="16782" y="8199"/>
                    <a:pt x="16793" y="8191"/>
                  </a:cubicBezTo>
                  <a:lnTo>
                    <a:pt x="21569" y="13497"/>
                  </a:lnTo>
                  <a:lnTo>
                    <a:pt x="21596" y="13469"/>
                  </a:lnTo>
                  <a:lnTo>
                    <a:pt x="16829" y="8167"/>
                  </a:lnTo>
                  <a:cubicBezTo>
                    <a:pt x="16868" y="8131"/>
                    <a:pt x="16892" y="8084"/>
                    <a:pt x="16892" y="8028"/>
                  </a:cubicBezTo>
                  <a:cubicBezTo>
                    <a:pt x="16892" y="7980"/>
                    <a:pt x="16872" y="7936"/>
                    <a:pt x="16845" y="7904"/>
                  </a:cubicBezTo>
                  <a:lnTo>
                    <a:pt x="21596" y="873"/>
                  </a:lnTo>
                  <a:lnTo>
                    <a:pt x="21565" y="849"/>
                  </a:lnTo>
                  <a:lnTo>
                    <a:pt x="16813" y="7876"/>
                  </a:lnTo>
                  <a:cubicBezTo>
                    <a:pt x="16782" y="7856"/>
                    <a:pt x="16746" y="7844"/>
                    <a:pt x="16707" y="7844"/>
                  </a:cubicBezTo>
                  <a:cubicBezTo>
                    <a:pt x="16644" y="7844"/>
                    <a:pt x="16589" y="7876"/>
                    <a:pt x="16557" y="7924"/>
                  </a:cubicBezTo>
                  <a:lnTo>
                    <a:pt x="11672" y="4006"/>
                  </a:lnTo>
                  <a:cubicBezTo>
                    <a:pt x="11688" y="3978"/>
                    <a:pt x="11696" y="3950"/>
                    <a:pt x="11696" y="3918"/>
                  </a:cubicBezTo>
                  <a:cubicBezTo>
                    <a:pt x="11696" y="3890"/>
                    <a:pt x="11688" y="3866"/>
                    <a:pt x="11680" y="3842"/>
                  </a:cubicBezTo>
                  <a:lnTo>
                    <a:pt x="19333" y="88"/>
                  </a:lnTo>
                  <a:lnTo>
                    <a:pt x="19317" y="52"/>
                  </a:lnTo>
                  <a:lnTo>
                    <a:pt x="11664" y="3811"/>
                  </a:lnTo>
                  <a:cubicBezTo>
                    <a:pt x="11633" y="3767"/>
                    <a:pt x="11577" y="3735"/>
                    <a:pt x="11518" y="3735"/>
                  </a:cubicBezTo>
                  <a:cubicBezTo>
                    <a:pt x="11495" y="3735"/>
                    <a:pt x="11471" y="3739"/>
                    <a:pt x="11448" y="3751"/>
                  </a:cubicBezTo>
                  <a:lnTo>
                    <a:pt x="9188" y="0"/>
                  </a:lnTo>
                  <a:lnTo>
                    <a:pt x="9153" y="20"/>
                  </a:lnTo>
                  <a:lnTo>
                    <a:pt x="11412" y="3771"/>
                  </a:lnTo>
                  <a:cubicBezTo>
                    <a:pt x="11365" y="3803"/>
                    <a:pt x="11333" y="3858"/>
                    <a:pt x="11333" y="3922"/>
                  </a:cubicBezTo>
                  <a:cubicBezTo>
                    <a:pt x="11333" y="3958"/>
                    <a:pt x="11345" y="3990"/>
                    <a:pt x="11361" y="4018"/>
                  </a:cubicBezTo>
                  <a:lnTo>
                    <a:pt x="8176" y="6880"/>
                  </a:lnTo>
                  <a:cubicBezTo>
                    <a:pt x="8145" y="6852"/>
                    <a:pt x="8109" y="6836"/>
                    <a:pt x="8066" y="6832"/>
                  </a:cubicBezTo>
                  <a:lnTo>
                    <a:pt x="7728" y="48"/>
                  </a:lnTo>
                  <a:lnTo>
                    <a:pt x="7688" y="48"/>
                  </a:lnTo>
                  <a:lnTo>
                    <a:pt x="8027" y="6832"/>
                  </a:lnTo>
                  <a:cubicBezTo>
                    <a:pt x="7995" y="6836"/>
                    <a:pt x="7964" y="6852"/>
                    <a:pt x="7940" y="6872"/>
                  </a:cubicBezTo>
                  <a:lnTo>
                    <a:pt x="1067" y="56"/>
                  </a:lnTo>
                  <a:lnTo>
                    <a:pt x="1039" y="84"/>
                  </a:lnTo>
                  <a:lnTo>
                    <a:pt x="7913" y="6900"/>
                  </a:lnTo>
                  <a:cubicBezTo>
                    <a:pt x="7889" y="6932"/>
                    <a:pt x="7873" y="6971"/>
                    <a:pt x="7873" y="7015"/>
                  </a:cubicBezTo>
                  <a:cubicBezTo>
                    <a:pt x="7873" y="7019"/>
                    <a:pt x="7873" y="7023"/>
                    <a:pt x="7873" y="7027"/>
                  </a:cubicBezTo>
                  <a:lnTo>
                    <a:pt x="3197" y="7864"/>
                  </a:lnTo>
                  <a:cubicBezTo>
                    <a:pt x="3173" y="7789"/>
                    <a:pt x="3106" y="7733"/>
                    <a:pt x="3023" y="7733"/>
                  </a:cubicBezTo>
                  <a:cubicBezTo>
                    <a:pt x="3004" y="7733"/>
                    <a:pt x="2984" y="7737"/>
                    <a:pt x="2968" y="7741"/>
                  </a:cubicBezTo>
                  <a:lnTo>
                    <a:pt x="35" y="60"/>
                  </a:lnTo>
                  <a:lnTo>
                    <a:pt x="0" y="76"/>
                  </a:lnTo>
                  <a:lnTo>
                    <a:pt x="2937" y="7753"/>
                  </a:lnTo>
                  <a:cubicBezTo>
                    <a:pt x="2882" y="7785"/>
                    <a:pt x="2846" y="7844"/>
                    <a:pt x="2846" y="7912"/>
                  </a:cubicBezTo>
                  <a:cubicBezTo>
                    <a:pt x="2846" y="8004"/>
                    <a:pt x="2913" y="8080"/>
                    <a:pt x="3000" y="8096"/>
                  </a:cubicBezTo>
                  <a:lnTo>
                    <a:pt x="3000" y="11113"/>
                  </a:lnTo>
                  <a:cubicBezTo>
                    <a:pt x="2909" y="11125"/>
                    <a:pt x="2838" y="11201"/>
                    <a:pt x="2838" y="11296"/>
                  </a:cubicBezTo>
                  <a:cubicBezTo>
                    <a:pt x="2838" y="11400"/>
                    <a:pt x="2921" y="11480"/>
                    <a:pt x="3019" y="11480"/>
                  </a:cubicBezTo>
                  <a:cubicBezTo>
                    <a:pt x="3071" y="11480"/>
                    <a:pt x="3114" y="11460"/>
                    <a:pt x="3145" y="11428"/>
                  </a:cubicBezTo>
                  <a:lnTo>
                    <a:pt x="5204" y="13652"/>
                  </a:lnTo>
                  <a:cubicBezTo>
                    <a:pt x="5169" y="13684"/>
                    <a:pt x="5145" y="13736"/>
                    <a:pt x="5145" y="13787"/>
                  </a:cubicBezTo>
                  <a:cubicBezTo>
                    <a:pt x="5145" y="13847"/>
                    <a:pt x="5177" y="13903"/>
                    <a:pt x="5220" y="13939"/>
                  </a:cubicBezTo>
                  <a:lnTo>
                    <a:pt x="3661" y="17283"/>
                  </a:lnTo>
                  <a:cubicBezTo>
                    <a:pt x="3641" y="17275"/>
                    <a:pt x="3622" y="17271"/>
                    <a:pt x="3602" y="17271"/>
                  </a:cubicBezTo>
                  <a:cubicBezTo>
                    <a:pt x="3500" y="17271"/>
                    <a:pt x="3421" y="17355"/>
                    <a:pt x="3421" y="17455"/>
                  </a:cubicBezTo>
                  <a:cubicBezTo>
                    <a:pt x="3421" y="17554"/>
                    <a:pt x="3504" y="17638"/>
                    <a:pt x="3602" y="17638"/>
                  </a:cubicBezTo>
                  <a:cubicBezTo>
                    <a:pt x="3622" y="17638"/>
                    <a:pt x="3637" y="17634"/>
                    <a:pt x="3657" y="17630"/>
                  </a:cubicBezTo>
                  <a:lnTo>
                    <a:pt x="5350" y="21596"/>
                  </a:lnTo>
                  <a:lnTo>
                    <a:pt x="5369" y="21588"/>
                  </a:lnTo>
                  <a:lnTo>
                    <a:pt x="5385" y="21600"/>
                  </a:lnTo>
                  <a:lnTo>
                    <a:pt x="10668" y="13947"/>
                  </a:lnTo>
                  <a:cubicBezTo>
                    <a:pt x="10696" y="13963"/>
                    <a:pt x="10723" y="13971"/>
                    <a:pt x="10755" y="13971"/>
                  </a:cubicBezTo>
                  <a:cubicBezTo>
                    <a:pt x="10759" y="13971"/>
                    <a:pt x="10767" y="13971"/>
                    <a:pt x="10770" y="13971"/>
                  </a:cubicBezTo>
                  <a:lnTo>
                    <a:pt x="12235" y="21584"/>
                  </a:lnTo>
                  <a:lnTo>
                    <a:pt x="12274" y="21576"/>
                  </a:lnTo>
                  <a:lnTo>
                    <a:pt x="10810" y="13963"/>
                  </a:lnTo>
                  <a:cubicBezTo>
                    <a:pt x="10853" y="13951"/>
                    <a:pt x="10889" y="13919"/>
                    <a:pt x="10912" y="13879"/>
                  </a:cubicBezTo>
                  <a:lnTo>
                    <a:pt x="17541" y="16924"/>
                  </a:lnTo>
                  <a:cubicBezTo>
                    <a:pt x="17537" y="16936"/>
                    <a:pt x="17537" y="16952"/>
                    <a:pt x="17537" y="16964"/>
                  </a:cubicBezTo>
                  <a:cubicBezTo>
                    <a:pt x="17537" y="17028"/>
                    <a:pt x="17573" y="17088"/>
                    <a:pt x="17620" y="17120"/>
                  </a:cubicBezTo>
                  <a:lnTo>
                    <a:pt x="15116" y="21572"/>
                  </a:lnTo>
                  <a:lnTo>
                    <a:pt x="15152" y="21592"/>
                  </a:lnTo>
                  <a:lnTo>
                    <a:pt x="17648" y="17144"/>
                  </a:lnTo>
                  <a:cubicBezTo>
                    <a:pt x="17667" y="17152"/>
                    <a:pt x="17687" y="17156"/>
                    <a:pt x="17711" y="17156"/>
                  </a:cubicBezTo>
                  <a:cubicBezTo>
                    <a:pt x="17785" y="17156"/>
                    <a:pt x="17852" y="17108"/>
                    <a:pt x="17880" y="17040"/>
                  </a:cubicBezTo>
                  <a:lnTo>
                    <a:pt x="21592" y="17706"/>
                  </a:lnTo>
                  <a:lnTo>
                    <a:pt x="21600" y="17666"/>
                  </a:lnTo>
                  <a:lnTo>
                    <a:pt x="17892" y="17000"/>
                  </a:lnTo>
                  <a:cubicBezTo>
                    <a:pt x="17892" y="16992"/>
                    <a:pt x="17892" y="16980"/>
                    <a:pt x="17892" y="16968"/>
                  </a:cubicBezTo>
                  <a:close/>
                  <a:moveTo>
                    <a:pt x="5499" y="13736"/>
                  </a:moveTo>
                  <a:cubicBezTo>
                    <a:pt x="5480" y="13672"/>
                    <a:pt x="5432" y="13624"/>
                    <a:pt x="5369" y="13608"/>
                  </a:cubicBezTo>
                  <a:lnTo>
                    <a:pt x="6027" y="9522"/>
                  </a:lnTo>
                  <a:cubicBezTo>
                    <a:pt x="6031" y="9522"/>
                    <a:pt x="6031" y="9522"/>
                    <a:pt x="6035" y="9522"/>
                  </a:cubicBezTo>
                  <a:cubicBezTo>
                    <a:pt x="6078" y="9522"/>
                    <a:pt x="6117" y="9507"/>
                    <a:pt x="6149" y="9483"/>
                  </a:cubicBezTo>
                  <a:lnTo>
                    <a:pt x="10601" y="13680"/>
                  </a:lnTo>
                  <a:cubicBezTo>
                    <a:pt x="10582" y="13704"/>
                    <a:pt x="10570" y="13736"/>
                    <a:pt x="10566" y="13768"/>
                  </a:cubicBezTo>
                  <a:lnTo>
                    <a:pt x="5499" y="13736"/>
                  </a:lnTo>
                  <a:close/>
                  <a:moveTo>
                    <a:pt x="3141" y="11161"/>
                  </a:moveTo>
                  <a:cubicBezTo>
                    <a:pt x="3114" y="11133"/>
                    <a:pt x="3078" y="11117"/>
                    <a:pt x="3035" y="11113"/>
                  </a:cubicBezTo>
                  <a:lnTo>
                    <a:pt x="3035" y="8096"/>
                  </a:lnTo>
                  <a:cubicBezTo>
                    <a:pt x="3094" y="8092"/>
                    <a:pt x="3145" y="8060"/>
                    <a:pt x="3177" y="8012"/>
                  </a:cubicBezTo>
                  <a:lnTo>
                    <a:pt x="5858" y="9287"/>
                  </a:lnTo>
                  <a:cubicBezTo>
                    <a:pt x="5854" y="9303"/>
                    <a:pt x="5850" y="9323"/>
                    <a:pt x="5850" y="9339"/>
                  </a:cubicBezTo>
                  <a:cubicBezTo>
                    <a:pt x="5850" y="9371"/>
                    <a:pt x="5858" y="9399"/>
                    <a:pt x="5873" y="9427"/>
                  </a:cubicBezTo>
                  <a:lnTo>
                    <a:pt x="3141" y="11161"/>
                  </a:lnTo>
                  <a:close/>
                  <a:moveTo>
                    <a:pt x="7952" y="7163"/>
                  </a:moveTo>
                  <a:cubicBezTo>
                    <a:pt x="7983" y="7183"/>
                    <a:pt x="8019" y="7195"/>
                    <a:pt x="8058" y="7195"/>
                  </a:cubicBezTo>
                  <a:cubicBezTo>
                    <a:pt x="8074" y="7195"/>
                    <a:pt x="8094" y="7191"/>
                    <a:pt x="8109" y="7187"/>
                  </a:cubicBezTo>
                  <a:lnTo>
                    <a:pt x="10668" y="13624"/>
                  </a:lnTo>
                  <a:cubicBezTo>
                    <a:pt x="10656" y="13632"/>
                    <a:pt x="10645" y="13640"/>
                    <a:pt x="10637" y="13648"/>
                  </a:cubicBezTo>
                  <a:lnTo>
                    <a:pt x="6176" y="9455"/>
                  </a:lnTo>
                  <a:cubicBezTo>
                    <a:pt x="6200" y="9423"/>
                    <a:pt x="6216" y="9383"/>
                    <a:pt x="6216" y="9339"/>
                  </a:cubicBezTo>
                  <a:cubicBezTo>
                    <a:pt x="6216" y="9291"/>
                    <a:pt x="6200" y="9251"/>
                    <a:pt x="6173" y="9220"/>
                  </a:cubicBezTo>
                  <a:lnTo>
                    <a:pt x="7952" y="7163"/>
                  </a:lnTo>
                  <a:close/>
                  <a:moveTo>
                    <a:pt x="10865" y="13648"/>
                  </a:moveTo>
                  <a:cubicBezTo>
                    <a:pt x="10833" y="13620"/>
                    <a:pt x="10794" y="13604"/>
                    <a:pt x="10747" y="13604"/>
                  </a:cubicBezTo>
                  <a:cubicBezTo>
                    <a:pt x="10731" y="13604"/>
                    <a:pt x="10711" y="13608"/>
                    <a:pt x="10696" y="13612"/>
                  </a:cubicBezTo>
                  <a:lnTo>
                    <a:pt x="8137" y="7175"/>
                  </a:lnTo>
                  <a:cubicBezTo>
                    <a:pt x="8184" y="7151"/>
                    <a:pt x="8216" y="7107"/>
                    <a:pt x="8227" y="7055"/>
                  </a:cubicBezTo>
                  <a:lnTo>
                    <a:pt x="16526" y="8068"/>
                  </a:lnTo>
                  <a:cubicBezTo>
                    <a:pt x="16534" y="8103"/>
                    <a:pt x="16553" y="8139"/>
                    <a:pt x="16577" y="8163"/>
                  </a:cubicBezTo>
                  <a:lnTo>
                    <a:pt x="10865" y="13648"/>
                  </a:lnTo>
                  <a:close/>
                  <a:moveTo>
                    <a:pt x="11518" y="4102"/>
                  </a:moveTo>
                  <a:cubicBezTo>
                    <a:pt x="11574" y="4102"/>
                    <a:pt x="11625" y="4078"/>
                    <a:pt x="11656" y="4038"/>
                  </a:cubicBezTo>
                  <a:lnTo>
                    <a:pt x="16542" y="7960"/>
                  </a:lnTo>
                  <a:cubicBezTo>
                    <a:pt x="16534" y="7980"/>
                    <a:pt x="16530" y="8004"/>
                    <a:pt x="16530" y="8028"/>
                  </a:cubicBezTo>
                  <a:lnTo>
                    <a:pt x="8239" y="7015"/>
                  </a:lnTo>
                  <a:cubicBezTo>
                    <a:pt x="8239" y="7015"/>
                    <a:pt x="8239" y="7015"/>
                    <a:pt x="8239" y="7011"/>
                  </a:cubicBezTo>
                  <a:cubicBezTo>
                    <a:pt x="8239" y="6971"/>
                    <a:pt x="8227" y="6936"/>
                    <a:pt x="8204" y="6904"/>
                  </a:cubicBezTo>
                  <a:lnTo>
                    <a:pt x="11385" y="4046"/>
                  </a:lnTo>
                  <a:cubicBezTo>
                    <a:pt x="11420" y="4082"/>
                    <a:pt x="11467" y="4102"/>
                    <a:pt x="11518" y="4102"/>
                  </a:cubicBezTo>
                  <a:close/>
                  <a:moveTo>
                    <a:pt x="7881" y="7063"/>
                  </a:moveTo>
                  <a:cubicBezTo>
                    <a:pt x="7889" y="7091"/>
                    <a:pt x="7905" y="7115"/>
                    <a:pt x="7920" y="7135"/>
                  </a:cubicBezTo>
                  <a:lnTo>
                    <a:pt x="6141" y="9192"/>
                  </a:lnTo>
                  <a:cubicBezTo>
                    <a:pt x="6110" y="9168"/>
                    <a:pt x="6074" y="9156"/>
                    <a:pt x="6031" y="9156"/>
                  </a:cubicBezTo>
                  <a:cubicBezTo>
                    <a:pt x="5964" y="9156"/>
                    <a:pt x="5901" y="9196"/>
                    <a:pt x="5873" y="9251"/>
                  </a:cubicBezTo>
                  <a:lnTo>
                    <a:pt x="3193" y="7976"/>
                  </a:lnTo>
                  <a:cubicBezTo>
                    <a:pt x="3200" y="7956"/>
                    <a:pt x="3204" y="7936"/>
                    <a:pt x="3204" y="7912"/>
                  </a:cubicBezTo>
                  <a:cubicBezTo>
                    <a:pt x="3204" y="7908"/>
                    <a:pt x="3204" y="7904"/>
                    <a:pt x="3204" y="7900"/>
                  </a:cubicBezTo>
                  <a:lnTo>
                    <a:pt x="7881" y="7063"/>
                  </a:lnTo>
                  <a:close/>
                  <a:moveTo>
                    <a:pt x="3169" y="11400"/>
                  </a:moveTo>
                  <a:cubicBezTo>
                    <a:pt x="3189" y="11372"/>
                    <a:pt x="3200" y="11336"/>
                    <a:pt x="3200" y="11296"/>
                  </a:cubicBezTo>
                  <a:cubicBezTo>
                    <a:pt x="3200" y="11256"/>
                    <a:pt x="3189" y="11221"/>
                    <a:pt x="3169" y="11193"/>
                  </a:cubicBezTo>
                  <a:lnTo>
                    <a:pt x="5897" y="9463"/>
                  </a:lnTo>
                  <a:cubicBezTo>
                    <a:pt x="5921" y="9491"/>
                    <a:pt x="5952" y="9511"/>
                    <a:pt x="5988" y="9522"/>
                  </a:cubicBezTo>
                  <a:lnTo>
                    <a:pt x="5330" y="13608"/>
                  </a:lnTo>
                  <a:cubicBezTo>
                    <a:pt x="5330" y="13608"/>
                    <a:pt x="5326" y="13608"/>
                    <a:pt x="5326" y="13608"/>
                  </a:cubicBezTo>
                  <a:cubicBezTo>
                    <a:pt x="5295" y="13608"/>
                    <a:pt x="5263" y="13616"/>
                    <a:pt x="5236" y="13632"/>
                  </a:cubicBezTo>
                  <a:lnTo>
                    <a:pt x="3169" y="11400"/>
                  </a:lnTo>
                  <a:close/>
                  <a:moveTo>
                    <a:pt x="5251" y="13959"/>
                  </a:moveTo>
                  <a:cubicBezTo>
                    <a:pt x="5275" y="13967"/>
                    <a:pt x="5299" y="13975"/>
                    <a:pt x="5322" y="13975"/>
                  </a:cubicBezTo>
                  <a:cubicBezTo>
                    <a:pt x="5425" y="13975"/>
                    <a:pt x="5503" y="13891"/>
                    <a:pt x="5503" y="13791"/>
                  </a:cubicBezTo>
                  <a:cubicBezTo>
                    <a:pt x="5503" y="13787"/>
                    <a:pt x="5503" y="13784"/>
                    <a:pt x="5503" y="13780"/>
                  </a:cubicBezTo>
                  <a:lnTo>
                    <a:pt x="10566" y="13811"/>
                  </a:lnTo>
                  <a:cubicBezTo>
                    <a:pt x="10566" y="13827"/>
                    <a:pt x="10570" y="13843"/>
                    <a:pt x="10578" y="13859"/>
                  </a:cubicBezTo>
                  <a:lnTo>
                    <a:pt x="3752" y="17359"/>
                  </a:lnTo>
                  <a:cubicBezTo>
                    <a:pt x="3736" y="17335"/>
                    <a:pt x="3716" y="17315"/>
                    <a:pt x="3693" y="17303"/>
                  </a:cubicBezTo>
                  <a:lnTo>
                    <a:pt x="5251" y="13959"/>
                  </a:lnTo>
                  <a:close/>
                  <a:moveTo>
                    <a:pt x="5366" y="21552"/>
                  </a:moveTo>
                  <a:lnTo>
                    <a:pt x="3689" y="17618"/>
                  </a:lnTo>
                  <a:cubicBezTo>
                    <a:pt x="3744" y="17586"/>
                    <a:pt x="3783" y="17526"/>
                    <a:pt x="3783" y="17459"/>
                  </a:cubicBezTo>
                  <a:cubicBezTo>
                    <a:pt x="3783" y="17435"/>
                    <a:pt x="3779" y="17415"/>
                    <a:pt x="3771" y="17395"/>
                  </a:cubicBezTo>
                  <a:lnTo>
                    <a:pt x="10597" y="13895"/>
                  </a:lnTo>
                  <a:cubicBezTo>
                    <a:pt x="10605" y="13911"/>
                    <a:pt x="10617" y="13923"/>
                    <a:pt x="10629" y="13935"/>
                  </a:cubicBezTo>
                  <a:lnTo>
                    <a:pt x="5366" y="21552"/>
                  </a:lnTo>
                  <a:close/>
                  <a:moveTo>
                    <a:pt x="10920" y="13847"/>
                  </a:moveTo>
                  <a:cubicBezTo>
                    <a:pt x="10928" y="13827"/>
                    <a:pt x="10932" y="13811"/>
                    <a:pt x="10932" y="13791"/>
                  </a:cubicBezTo>
                  <a:cubicBezTo>
                    <a:pt x="10932" y="13748"/>
                    <a:pt x="10916" y="13712"/>
                    <a:pt x="10893" y="13680"/>
                  </a:cubicBezTo>
                  <a:lnTo>
                    <a:pt x="16616" y="8191"/>
                  </a:lnTo>
                  <a:cubicBezTo>
                    <a:pt x="16644" y="8207"/>
                    <a:pt x="16675" y="8219"/>
                    <a:pt x="16707" y="8219"/>
                  </a:cubicBezTo>
                  <a:lnTo>
                    <a:pt x="17667" y="16793"/>
                  </a:lnTo>
                  <a:cubicBezTo>
                    <a:pt x="17612" y="16805"/>
                    <a:pt x="17569" y="16845"/>
                    <a:pt x="17545" y="16893"/>
                  </a:cubicBezTo>
                  <a:lnTo>
                    <a:pt x="10920" y="13847"/>
                  </a:lnTo>
                  <a:close/>
                </a:path>
              </a:pathLst>
            </a:custGeom>
            <a:solidFill>
              <a:schemeClr val="bg1"/>
            </a:solidFill>
            <a:ln w="1270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38160" rIns="38160" tIns="38160" bIns="38160" anchor="ctr">
              <a:noAutofit/>
            </a:bodyPr>
            <a:p>
              <a:pPr defTabSz="457200">
                <a:lnSpc>
                  <a:spcPct val="100000"/>
                </a:lnSpc>
              </a:pPr>
              <a:endParaRPr b="0" lang="en-US" sz="3000" strike="noStrike" u="none">
                <a:solidFill>
                  <a:srgbClr val="ffffff"/>
                </a:solidFill>
                <a:effectLst/>
                <a:uFillTx/>
                <a:latin typeface="Calibri"/>
              </a:endParaRPr>
            </a:p>
          </p:txBody>
        </p:sp>
      </p:grpSp>
      <p:sp>
        <p:nvSpPr>
          <p:cNvPr id="58" name="PlaceHolder 1"/>
          <p:cNvSpPr>
            <a:spLocks noGrp="1"/>
          </p:cNvSpPr>
          <p:nvPr>
            <p:ph type="title"/>
          </p:nvPr>
        </p:nvSpPr>
        <p:spPr>
          <a:xfrm>
            <a:off x="831240" y="1709640"/>
            <a:ext cx="5076360" cy="2852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0" lang="en-US" sz="6000" strike="noStrike" u="none">
                <a:solidFill>
                  <a:schemeClr val="lt1"/>
                </a:solidFill>
                <a:effectLst/>
                <a:uFillTx/>
                <a:latin typeface="Calibri Light"/>
              </a:rPr>
              <a:t>Click to edit Master title style</a:t>
            </a:r>
            <a:endParaRPr b="0" lang="en-US" sz="6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9" name="PlaceHolder 2"/>
          <p:cNvSpPr>
            <a:spLocks noGrp="1"/>
          </p:cNvSpPr>
          <p:nvPr>
            <p:ph type="body"/>
          </p:nvPr>
        </p:nvSpPr>
        <p:spPr>
          <a:xfrm>
            <a:off x="831240" y="4589640"/>
            <a:ext cx="5076360" cy="1499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914400">
              <a:lnSpc>
                <a:spcPct val="90000"/>
              </a:lnSpc>
              <a:spcBef>
                <a:spcPts val="1001"/>
              </a:spcBef>
              <a:spcAft>
                <a:spcPts val="1199"/>
              </a:spcAft>
              <a:buNone/>
              <a:tabLst>
                <a:tab algn="l" pos="0"/>
              </a:tabLst>
            </a:pPr>
            <a:r>
              <a:rPr b="0" lang="en-US" sz="2400" strike="noStrike" u="none">
                <a:solidFill>
                  <a:schemeClr val="accent6">
                    <a:lumMod val="60000"/>
                    <a:lumOff val="40000"/>
                  </a:schemeClr>
                </a:solidFill>
                <a:effectLst/>
                <a:uFillTx/>
                <a:latin typeface="Calibri"/>
              </a:rPr>
              <a:t>Click to edit Master text styles</a:t>
            </a:r>
            <a:endParaRPr b="0" lang="en-US" sz="24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60" name="PlaceHolder 3"/>
          <p:cNvSpPr>
            <a:spLocks noGrp="1"/>
          </p:cNvSpPr>
          <p:nvPr>
            <p:ph type="dt" idx="10"/>
          </p:nvPr>
        </p:nvSpPr>
        <p:spPr>
          <a:xfrm>
            <a:off x="837360" y="6356520"/>
            <a:ext cx="127980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trike="noStrike" u="none">
                <a:solidFill>
                  <a:schemeClr val="lt1">
                    <a:lumMod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trike="noStrike" u="none">
                <a:solidFill>
                  <a:schemeClr val="lt1">
                    <a:lumMod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b="0" lang="en-US" sz="12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61" name="PlaceHolder 4"/>
          <p:cNvSpPr>
            <a:spLocks noGrp="1"/>
          </p:cNvSpPr>
          <p:nvPr>
            <p:ph type="ftr" idx="11"/>
          </p:nvPr>
        </p:nvSpPr>
        <p:spPr>
          <a:xfrm>
            <a:off x="2265840" y="6356520"/>
            <a:ext cx="295560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defRPr b="0" lang="en-US" sz="1200" strike="noStrike" u="none">
                <a:solidFill>
                  <a:schemeClr val="lt1">
                    <a:lumMod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r>
              <a:rPr b="0" lang="en-US" sz="1200" strike="noStrike" u="none">
                <a:solidFill>
                  <a:schemeClr val="lt1">
                    <a:lumMod val="75000"/>
                  </a:schemeClr>
                </a:solidFill>
                <a:effectLst/>
                <a:uFillTx/>
                <a:latin typeface="Calibri"/>
              </a:rPr>
              <a:t>&lt;footer&gt;</a:t>
            </a:r>
            <a:endParaRPr b="0" lang="en-US" sz="12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62" name="PlaceHolder 5"/>
          <p:cNvSpPr>
            <a:spLocks noGrp="1"/>
          </p:cNvSpPr>
          <p:nvPr>
            <p:ph type="sldNum" idx="12"/>
          </p:nvPr>
        </p:nvSpPr>
        <p:spPr>
          <a:xfrm>
            <a:off x="5338800" y="6356520"/>
            <a:ext cx="128268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trike="noStrike" u="none">
                <a:solidFill>
                  <a:schemeClr val="lt1">
                    <a:lumMod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78386844-05E0-426E-8D7A-7DF9961769BC}" type="slidenum">
              <a:rPr b="0" lang="en-US" sz="1200" strike="noStrike" u="none">
                <a:solidFill>
                  <a:schemeClr val="lt1">
                    <a:lumMod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b="0" lang="en-US" sz="12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losing">
    <p:bg>
      <p:bgPr>
        <a:gradFill rotWithShape="0">
          <a:gsLst>
            <a:gs pos="0">
              <a:srgbClr val="253848"/>
            </a:gs>
            <a:gs pos="100000">
              <a:srgbClr val="134163"/>
            </a:gs>
          </a:gsLst>
          <a:lin ang="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Rectangle 6"/>
          <p:cNvSpPr/>
          <p:nvPr/>
        </p:nvSpPr>
        <p:spPr>
          <a:xfrm>
            <a:off x="-11880" y="7007400"/>
            <a:ext cx="1665720" cy="280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100" strike="noStrike" u="none">
                <a:solidFill>
                  <a:schemeClr val="accent1"/>
                </a:solidFill>
                <a:effectLst/>
                <a:uFillTx/>
                <a:latin typeface="Open Sans"/>
              </a:rPr>
              <a:t>© </a:t>
            </a:r>
            <a:r>
              <a:rPr b="0" lang="en-US" sz="1100" strike="noStrike" u="none">
                <a:solidFill>
                  <a:schemeClr val="accent1"/>
                </a:solidFill>
                <a:effectLst/>
                <a:uFillTx/>
                <a:latin typeface="Open Sans"/>
                <a:hlinkClick r:id="rId2"/>
              </a:rPr>
              <a:t>presentationgo.com</a:t>
            </a:r>
            <a:endParaRPr b="0" lang="en-US" sz="11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grpSp>
        <p:nvGrpSpPr>
          <p:cNvPr id="64" name="Group 7"/>
          <p:cNvGrpSpPr/>
          <p:nvPr/>
        </p:nvGrpSpPr>
        <p:grpSpPr>
          <a:xfrm>
            <a:off x="-1653840" y="-16560"/>
            <a:ext cx="1564200" cy="608760"/>
            <a:chOff x="-1653840" y="-16560"/>
            <a:chExt cx="1564200" cy="608760"/>
          </a:xfrm>
        </p:grpSpPr>
        <p:sp>
          <p:nvSpPr>
            <p:cNvPr id="65" name="TextBox 8"/>
            <p:cNvSpPr/>
            <p:nvPr/>
          </p:nvSpPr>
          <p:spPr>
            <a:xfrm>
              <a:off x="-1653840" y="-16560"/>
              <a:ext cx="361440" cy="2430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t">
              <a:spAutoFit/>
            </a:bodyPr>
            <a:p>
              <a:pPr defTabSz="457200">
                <a:lnSpc>
                  <a:spcPct val="100000"/>
                </a:lnSpc>
              </a:pPr>
              <a:r>
                <a:rPr b="0" lang="en-US" sz="1000" strike="noStrike" u="none">
                  <a:solidFill>
                    <a:schemeClr val="dk1"/>
                  </a:solidFill>
                  <a:effectLst/>
                  <a:uFillTx/>
                  <a:latin typeface="Open Sans"/>
                  <a:ea typeface="Open Sans"/>
                </a:rPr>
                <a:t>By:</a:t>
              </a:r>
              <a:endParaRPr b="0" lang="en-US" sz="10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66" name="TextBox 9"/>
            <p:cNvSpPr/>
            <p:nvPr/>
          </p:nvSpPr>
          <p:spPr>
            <a:xfrm>
              <a:off x="-559800" y="349200"/>
              <a:ext cx="470160" cy="2430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t">
              <a:spAutoFit/>
            </a:bodyPr>
            <a:p>
              <a:pPr defTabSz="457200">
                <a:lnSpc>
                  <a:spcPct val="100000"/>
                </a:lnSpc>
              </a:pPr>
              <a:r>
                <a:rPr b="0" lang="en-US" sz="1000" strike="noStrike" u="none">
                  <a:solidFill>
                    <a:schemeClr val="dk1"/>
                  </a:solidFill>
                  <a:effectLst/>
                  <a:uFillTx/>
                  <a:latin typeface="Open Sans"/>
                  <a:ea typeface="Open Sans"/>
                </a:rPr>
                <a:t>.com</a:t>
              </a:r>
              <a:endParaRPr b="0" lang="en-US" sz="10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pic>
          <p:nvPicPr>
            <p:cNvPr id="67" name="Picture 10" descr=""/>
            <p:cNvPicPr/>
            <p:nvPr/>
          </p:nvPicPr>
          <p:blipFill>
            <a:blip r:embed="rId3"/>
            <a:stretch/>
          </p:blipFill>
          <p:spPr>
            <a:xfrm>
              <a:off x="-1576080" y="196560"/>
              <a:ext cx="1404360" cy="185760"/>
            </a:xfrm>
            <a:prstGeom prst="rect">
              <a:avLst/>
            </a:prstGeom>
            <a:noFill/>
            <a:ln w="0">
              <a:noFill/>
            </a:ln>
          </p:spPr>
        </p:pic>
      </p:grpSp>
      <p:grpSp>
        <p:nvGrpSpPr>
          <p:cNvPr id="68" name="Group 18"/>
          <p:cNvGrpSpPr/>
          <p:nvPr/>
        </p:nvGrpSpPr>
        <p:grpSpPr>
          <a:xfrm>
            <a:off x="360" y="0"/>
            <a:ext cx="10002240" cy="3708000"/>
            <a:chOff x="360" y="0"/>
            <a:chExt cx="10002240" cy="3708000"/>
          </a:xfrm>
        </p:grpSpPr>
        <p:sp>
          <p:nvSpPr>
            <p:cNvPr id="69" name="Shape"/>
            <p:cNvSpPr/>
            <p:nvPr/>
          </p:nvSpPr>
          <p:spPr>
            <a:xfrm>
              <a:off x="1800" y="0"/>
              <a:ext cx="9666720" cy="3031200"/>
            </a:xfrm>
            <a:custGeom>
              <a:avLst/>
              <a:gdLst>
                <a:gd name="textAreaLeft" fmla="*/ 0 w 9666720"/>
                <a:gd name="textAreaRight" fmla="*/ 9667080 w 9666720"/>
                <a:gd name="textAreaTop" fmla="*/ 0 h 3031200"/>
                <a:gd name="textAreaBottom" fmla="*/ 3031560 h 3031200"/>
                <a:gd name="GluePoint1X" fmla="logwidth/2"/>
                <a:gd name="GluePoint1Y" fmla="logheight/2"/>
                <a:gd name="GluePoint2X" fmla="logwidth/2"/>
                <a:gd name="GluePoint2Y" fmla="logheight/2"/>
                <a:gd name="GluePoint3X" fmla="logwidth/2"/>
                <a:gd name="GluePoint3Y" fmla="logheight/2"/>
                <a:gd name="GluePoint4X" fmla="logwidth/2"/>
                <a:gd name="GluePoint4Y" fmla="logheight/2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21600" h="21600">
                  <a:moveTo>
                    <a:pt x="0" y="12578"/>
                  </a:moveTo>
                  <a:lnTo>
                    <a:pt x="4967" y="21600"/>
                  </a:lnTo>
                  <a:lnTo>
                    <a:pt x="12894" y="12578"/>
                  </a:lnTo>
                  <a:lnTo>
                    <a:pt x="14948" y="14352"/>
                  </a:lnTo>
                  <a:lnTo>
                    <a:pt x="21600" y="0"/>
                  </a:lnTo>
                  <a:lnTo>
                    <a:pt x="0" y="0"/>
                  </a:lnTo>
                  <a:close/>
                </a:path>
              </a:pathLst>
            </a:custGeom>
            <a:gradFill rotWithShape="0">
              <a:gsLst>
                <a:gs pos="0">
                  <a:srgbClr val="338088"/>
                </a:gs>
                <a:gs pos="48000">
                  <a:srgbClr val="5db8c2"/>
                </a:gs>
                <a:gs pos="100000">
                  <a:srgbClr val="9bd3d9"/>
                </a:gs>
              </a:gsLst>
              <a:lin ang="0"/>
            </a:gradFill>
            <a:ln w="1270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38160" rIns="38160" tIns="38160" bIns="38160" anchor="ctr">
              <a:noAutofit/>
            </a:bodyPr>
            <a:p>
              <a:pPr defTabSz="457200">
                <a:lnSpc>
                  <a:spcPct val="100000"/>
                </a:lnSpc>
              </a:pPr>
              <a:endParaRPr b="0" lang="en-US" sz="3000" strike="noStrike" u="none">
                <a:solidFill>
                  <a:srgbClr val="ffffff"/>
                </a:solidFill>
                <a:effectLst/>
                <a:uFillTx/>
                <a:latin typeface="Calibri"/>
              </a:endParaRPr>
            </a:p>
          </p:txBody>
        </p:sp>
        <p:sp>
          <p:nvSpPr>
            <p:cNvPr id="70" name="Shape"/>
            <p:cNvSpPr/>
            <p:nvPr/>
          </p:nvSpPr>
          <p:spPr>
            <a:xfrm>
              <a:off x="360" y="0"/>
              <a:ext cx="10002240" cy="3708000"/>
            </a:xfrm>
            <a:custGeom>
              <a:avLst/>
              <a:gdLst>
                <a:gd name="textAreaLeft" fmla="*/ 0 w 10002240"/>
                <a:gd name="textAreaRight" fmla="*/ 10002600 w 10002240"/>
                <a:gd name="textAreaTop" fmla="*/ 0 h 3708000"/>
                <a:gd name="textAreaBottom" fmla="*/ 3708360 h 3708000"/>
                <a:gd name="GluePoint1X" fmla="logwidth/2"/>
                <a:gd name="GluePoint1Y" fmla="logheight/2"/>
                <a:gd name="GluePoint2X" fmla="logwidth/2"/>
                <a:gd name="GluePoint2Y" fmla="logheight/2"/>
                <a:gd name="GluePoint3X" fmla="logwidth/2"/>
                <a:gd name="GluePoint3Y" fmla="logheight/2"/>
                <a:gd name="GluePoint4X" fmla="logwidth/2"/>
                <a:gd name="GluePoint4Y" fmla="logheight/2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21600" h="21600">
                  <a:moveTo>
                    <a:pt x="21600" y="52"/>
                  </a:moveTo>
                  <a:lnTo>
                    <a:pt x="21578" y="0"/>
                  </a:lnTo>
                  <a:lnTo>
                    <a:pt x="14855" y="20979"/>
                  </a:lnTo>
                  <a:cubicBezTo>
                    <a:pt x="14836" y="20942"/>
                    <a:pt x="14811" y="20919"/>
                    <a:pt x="14784" y="20919"/>
                  </a:cubicBezTo>
                  <a:lnTo>
                    <a:pt x="14485" y="12095"/>
                  </a:lnTo>
                  <a:cubicBezTo>
                    <a:pt x="14551" y="12080"/>
                    <a:pt x="14600" y="11932"/>
                    <a:pt x="14600" y="11754"/>
                  </a:cubicBezTo>
                  <a:cubicBezTo>
                    <a:pt x="14600" y="11688"/>
                    <a:pt x="14592" y="11628"/>
                    <a:pt x="14581" y="11577"/>
                  </a:cubicBezTo>
                  <a:lnTo>
                    <a:pt x="20898" y="59"/>
                  </a:lnTo>
                  <a:lnTo>
                    <a:pt x="20882" y="0"/>
                  </a:lnTo>
                  <a:lnTo>
                    <a:pt x="14565" y="11525"/>
                  </a:lnTo>
                  <a:cubicBezTo>
                    <a:pt x="14554" y="11495"/>
                    <a:pt x="14543" y="11473"/>
                    <a:pt x="14529" y="11458"/>
                  </a:cubicBezTo>
                  <a:lnTo>
                    <a:pt x="16561" y="52"/>
                  </a:lnTo>
                  <a:lnTo>
                    <a:pt x="16536" y="22"/>
                  </a:lnTo>
                  <a:lnTo>
                    <a:pt x="14501" y="11436"/>
                  </a:lnTo>
                  <a:cubicBezTo>
                    <a:pt x="14490" y="11429"/>
                    <a:pt x="14482" y="11421"/>
                    <a:pt x="14471" y="11421"/>
                  </a:cubicBezTo>
                  <a:cubicBezTo>
                    <a:pt x="14416" y="11421"/>
                    <a:pt x="14370" y="11518"/>
                    <a:pt x="14351" y="11651"/>
                  </a:cubicBezTo>
                  <a:lnTo>
                    <a:pt x="12579" y="10356"/>
                  </a:lnTo>
                  <a:cubicBezTo>
                    <a:pt x="12579" y="10341"/>
                    <a:pt x="12582" y="10327"/>
                    <a:pt x="12582" y="10304"/>
                  </a:cubicBezTo>
                  <a:cubicBezTo>
                    <a:pt x="12582" y="10112"/>
                    <a:pt x="12525" y="9964"/>
                    <a:pt x="12456" y="9964"/>
                  </a:cubicBezTo>
                  <a:cubicBezTo>
                    <a:pt x="12418" y="9964"/>
                    <a:pt x="12382" y="10016"/>
                    <a:pt x="12360" y="10090"/>
                  </a:cubicBezTo>
                  <a:lnTo>
                    <a:pt x="9333" y="5274"/>
                  </a:lnTo>
                  <a:cubicBezTo>
                    <a:pt x="9341" y="5230"/>
                    <a:pt x="9347" y="5171"/>
                    <a:pt x="9347" y="5119"/>
                  </a:cubicBezTo>
                  <a:cubicBezTo>
                    <a:pt x="9347" y="5082"/>
                    <a:pt x="9344" y="5052"/>
                    <a:pt x="9341" y="5023"/>
                  </a:cubicBezTo>
                  <a:lnTo>
                    <a:pt x="14194" y="74"/>
                  </a:lnTo>
                  <a:lnTo>
                    <a:pt x="14183" y="7"/>
                  </a:lnTo>
                  <a:lnTo>
                    <a:pt x="9328" y="4956"/>
                  </a:lnTo>
                  <a:cubicBezTo>
                    <a:pt x="9306" y="4853"/>
                    <a:pt x="9265" y="4779"/>
                    <a:pt x="9218" y="4779"/>
                  </a:cubicBezTo>
                  <a:cubicBezTo>
                    <a:pt x="9171" y="4779"/>
                    <a:pt x="9130" y="4845"/>
                    <a:pt x="9108" y="4949"/>
                  </a:cubicBezTo>
                  <a:lnTo>
                    <a:pt x="5407" y="7"/>
                  </a:lnTo>
                  <a:lnTo>
                    <a:pt x="5396" y="74"/>
                  </a:lnTo>
                  <a:lnTo>
                    <a:pt x="9100" y="5015"/>
                  </a:lnTo>
                  <a:cubicBezTo>
                    <a:pt x="9097" y="5045"/>
                    <a:pt x="9095" y="5082"/>
                    <a:pt x="9095" y="5119"/>
                  </a:cubicBezTo>
                  <a:cubicBezTo>
                    <a:pt x="9095" y="5193"/>
                    <a:pt x="9103" y="5267"/>
                    <a:pt x="9119" y="5319"/>
                  </a:cubicBezTo>
                  <a:lnTo>
                    <a:pt x="4891" y="17421"/>
                  </a:lnTo>
                  <a:cubicBezTo>
                    <a:pt x="4869" y="17376"/>
                    <a:pt x="4845" y="17347"/>
                    <a:pt x="4815" y="17347"/>
                  </a:cubicBezTo>
                  <a:cubicBezTo>
                    <a:pt x="4798" y="17347"/>
                    <a:pt x="4784" y="17354"/>
                    <a:pt x="4771" y="17369"/>
                  </a:cubicBezTo>
                  <a:lnTo>
                    <a:pt x="1557" y="15"/>
                  </a:lnTo>
                  <a:lnTo>
                    <a:pt x="1533" y="44"/>
                  </a:lnTo>
                  <a:lnTo>
                    <a:pt x="4746" y="17398"/>
                  </a:lnTo>
                  <a:cubicBezTo>
                    <a:pt x="4732" y="17421"/>
                    <a:pt x="4721" y="17450"/>
                    <a:pt x="4713" y="17487"/>
                  </a:cubicBezTo>
                  <a:lnTo>
                    <a:pt x="22" y="10282"/>
                  </a:lnTo>
                  <a:lnTo>
                    <a:pt x="8" y="10349"/>
                  </a:lnTo>
                  <a:lnTo>
                    <a:pt x="4699" y="17554"/>
                  </a:lnTo>
                  <a:cubicBezTo>
                    <a:pt x="4694" y="17598"/>
                    <a:pt x="4688" y="17642"/>
                    <a:pt x="4688" y="17687"/>
                  </a:cubicBezTo>
                  <a:cubicBezTo>
                    <a:pt x="4688" y="17694"/>
                    <a:pt x="4688" y="17702"/>
                    <a:pt x="4688" y="17709"/>
                  </a:cubicBezTo>
                  <a:lnTo>
                    <a:pt x="2177" y="18922"/>
                  </a:lnTo>
                  <a:cubicBezTo>
                    <a:pt x="2163" y="18774"/>
                    <a:pt x="2114" y="18663"/>
                    <a:pt x="2054" y="18663"/>
                  </a:cubicBezTo>
                  <a:cubicBezTo>
                    <a:pt x="2034" y="18663"/>
                    <a:pt x="2015" y="18678"/>
                    <a:pt x="1996" y="18700"/>
                  </a:cubicBezTo>
                  <a:lnTo>
                    <a:pt x="22" y="12642"/>
                  </a:lnTo>
                  <a:lnTo>
                    <a:pt x="0" y="12694"/>
                  </a:lnTo>
                  <a:lnTo>
                    <a:pt x="1971" y="18745"/>
                  </a:lnTo>
                  <a:cubicBezTo>
                    <a:pt x="1941" y="18811"/>
                    <a:pt x="1925" y="18900"/>
                    <a:pt x="1925" y="19011"/>
                  </a:cubicBezTo>
                  <a:cubicBezTo>
                    <a:pt x="1925" y="19203"/>
                    <a:pt x="1982" y="19351"/>
                    <a:pt x="2051" y="19351"/>
                  </a:cubicBezTo>
                  <a:cubicBezTo>
                    <a:pt x="2119" y="19351"/>
                    <a:pt x="2177" y="19196"/>
                    <a:pt x="2177" y="19011"/>
                  </a:cubicBezTo>
                  <a:cubicBezTo>
                    <a:pt x="2177" y="19004"/>
                    <a:pt x="2177" y="19004"/>
                    <a:pt x="2177" y="18996"/>
                  </a:cubicBezTo>
                  <a:lnTo>
                    <a:pt x="4688" y="17783"/>
                  </a:lnTo>
                  <a:cubicBezTo>
                    <a:pt x="4705" y="17924"/>
                    <a:pt x="4752" y="18027"/>
                    <a:pt x="4809" y="18027"/>
                  </a:cubicBezTo>
                  <a:cubicBezTo>
                    <a:pt x="4869" y="18027"/>
                    <a:pt x="4919" y="17916"/>
                    <a:pt x="4933" y="17768"/>
                  </a:cubicBezTo>
                  <a:lnTo>
                    <a:pt x="14649" y="21252"/>
                  </a:lnTo>
                  <a:cubicBezTo>
                    <a:pt x="14649" y="21252"/>
                    <a:pt x="14649" y="21260"/>
                    <a:pt x="14649" y="21260"/>
                  </a:cubicBezTo>
                  <a:cubicBezTo>
                    <a:pt x="14649" y="21452"/>
                    <a:pt x="14707" y="21600"/>
                    <a:pt x="14776" y="21600"/>
                  </a:cubicBezTo>
                  <a:cubicBezTo>
                    <a:pt x="14844" y="21600"/>
                    <a:pt x="14902" y="21445"/>
                    <a:pt x="14902" y="21260"/>
                  </a:cubicBezTo>
                  <a:cubicBezTo>
                    <a:pt x="14902" y="21171"/>
                    <a:pt x="14888" y="21090"/>
                    <a:pt x="14866" y="21023"/>
                  </a:cubicBezTo>
                  <a:lnTo>
                    <a:pt x="21600" y="52"/>
                  </a:lnTo>
                  <a:close/>
                  <a:moveTo>
                    <a:pt x="14351" y="11717"/>
                  </a:moveTo>
                  <a:cubicBezTo>
                    <a:pt x="14351" y="11732"/>
                    <a:pt x="14348" y="11747"/>
                    <a:pt x="14348" y="11762"/>
                  </a:cubicBezTo>
                  <a:cubicBezTo>
                    <a:pt x="14348" y="11939"/>
                    <a:pt x="14397" y="12080"/>
                    <a:pt x="14460" y="12102"/>
                  </a:cubicBezTo>
                  <a:lnTo>
                    <a:pt x="14759" y="20934"/>
                  </a:lnTo>
                  <a:cubicBezTo>
                    <a:pt x="14751" y="20942"/>
                    <a:pt x="14743" y="20949"/>
                    <a:pt x="14735" y="20956"/>
                  </a:cubicBezTo>
                  <a:lnTo>
                    <a:pt x="12547" y="10563"/>
                  </a:lnTo>
                  <a:cubicBezTo>
                    <a:pt x="12560" y="10526"/>
                    <a:pt x="12571" y="10482"/>
                    <a:pt x="12579" y="10430"/>
                  </a:cubicBezTo>
                  <a:lnTo>
                    <a:pt x="14351" y="11717"/>
                  </a:lnTo>
                  <a:close/>
                  <a:moveTo>
                    <a:pt x="12346" y="10149"/>
                  </a:moveTo>
                  <a:cubicBezTo>
                    <a:pt x="12338" y="10193"/>
                    <a:pt x="12333" y="10253"/>
                    <a:pt x="12333" y="10304"/>
                  </a:cubicBezTo>
                  <a:cubicBezTo>
                    <a:pt x="12333" y="10341"/>
                    <a:pt x="12335" y="10378"/>
                    <a:pt x="12338" y="10408"/>
                  </a:cubicBezTo>
                  <a:lnTo>
                    <a:pt x="4930" y="17539"/>
                  </a:lnTo>
                  <a:cubicBezTo>
                    <a:pt x="4924" y="17509"/>
                    <a:pt x="4919" y="17487"/>
                    <a:pt x="4913" y="17465"/>
                  </a:cubicBezTo>
                  <a:lnTo>
                    <a:pt x="9141" y="5363"/>
                  </a:lnTo>
                  <a:cubicBezTo>
                    <a:pt x="9163" y="5415"/>
                    <a:pt x="9193" y="5452"/>
                    <a:pt x="9226" y="5452"/>
                  </a:cubicBezTo>
                  <a:cubicBezTo>
                    <a:pt x="9265" y="5452"/>
                    <a:pt x="9300" y="5400"/>
                    <a:pt x="9322" y="5326"/>
                  </a:cubicBezTo>
                  <a:lnTo>
                    <a:pt x="12346" y="10149"/>
                  </a:lnTo>
                  <a:close/>
                  <a:moveTo>
                    <a:pt x="4943" y="17694"/>
                  </a:moveTo>
                  <a:cubicBezTo>
                    <a:pt x="4943" y="17694"/>
                    <a:pt x="4943" y="17687"/>
                    <a:pt x="4943" y="17687"/>
                  </a:cubicBezTo>
                  <a:cubicBezTo>
                    <a:pt x="4943" y="17657"/>
                    <a:pt x="4941" y="17635"/>
                    <a:pt x="4941" y="17605"/>
                  </a:cubicBezTo>
                  <a:lnTo>
                    <a:pt x="12352" y="10475"/>
                  </a:lnTo>
                  <a:cubicBezTo>
                    <a:pt x="12374" y="10578"/>
                    <a:pt x="12415" y="10645"/>
                    <a:pt x="12462" y="10645"/>
                  </a:cubicBezTo>
                  <a:cubicBezTo>
                    <a:pt x="12486" y="10645"/>
                    <a:pt x="12508" y="10630"/>
                    <a:pt x="12525" y="10593"/>
                  </a:cubicBezTo>
                  <a:lnTo>
                    <a:pt x="14710" y="20979"/>
                  </a:lnTo>
                  <a:cubicBezTo>
                    <a:pt x="14685" y="21023"/>
                    <a:pt x="14669" y="21097"/>
                    <a:pt x="14660" y="21178"/>
                  </a:cubicBezTo>
                  <a:lnTo>
                    <a:pt x="4943" y="17694"/>
                  </a:lnTo>
                  <a:close/>
                </a:path>
              </a:pathLst>
            </a:custGeom>
            <a:solidFill>
              <a:schemeClr val="bg1"/>
            </a:solidFill>
            <a:ln w="1270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38160" rIns="38160" tIns="38160" bIns="38160" anchor="ctr">
              <a:noAutofit/>
            </a:bodyPr>
            <a:p>
              <a:pPr defTabSz="457200">
                <a:lnSpc>
                  <a:spcPct val="100000"/>
                </a:lnSpc>
              </a:pPr>
              <a:endParaRPr b="0" lang="en-US" sz="3000" strike="noStrike" u="none">
                <a:solidFill>
                  <a:srgbClr val="ffffff"/>
                </a:solidFill>
                <a:effectLst/>
                <a:uFillTx/>
                <a:latin typeface="Calibri"/>
              </a:endParaRPr>
            </a:p>
          </p:txBody>
        </p:sp>
      </p:grpSp>
      <p:sp>
        <p:nvSpPr>
          <p:cNvPr id="71" name="PlaceHolder 1"/>
          <p:cNvSpPr>
            <a:spLocks noGrp="1"/>
          </p:cNvSpPr>
          <p:nvPr>
            <p:ph type="title"/>
          </p:nvPr>
        </p:nvSpPr>
        <p:spPr>
          <a:xfrm>
            <a:off x="831240" y="3670560"/>
            <a:ext cx="10512360" cy="1173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0" lang="en-US" sz="6000" strike="noStrike" u="none">
                <a:solidFill>
                  <a:schemeClr val="lt1"/>
                </a:solidFill>
                <a:effectLst/>
                <a:uFillTx/>
                <a:latin typeface="Calibri Light"/>
              </a:rPr>
              <a:t>Click to edit Master title style</a:t>
            </a:r>
            <a:endParaRPr b="0" lang="en-US" sz="6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72" name="PlaceHolder 2"/>
          <p:cNvSpPr>
            <a:spLocks noGrp="1"/>
          </p:cNvSpPr>
          <p:nvPr>
            <p:ph type="body"/>
          </p:nvPr>
        </p:nvSpPr>
        <p:spPr>
          <a:xfrm>
            <a:off x="831240" y="4871160"/>
            <a:ext cx="10512360" cy="853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914400">
              <a:lnSpc>
                <a:spcPct val="90000"/>
              </a:lnSpc>
              <a:spcBef>
                <a:spcPts val="1001"/>
              </a:spcBef>
              <a:spcAft>
                <a:spcPts val="1199"/>
              </a:spcAft>
              <a:buNone/>
              <a:tabLst>
                <a:tab algn="l" pos="0"/>
              </a:tabLst>
            </a:pPr>
            <a:r>
              <a:rPr b="0" lang="en-US" sz="2400" strike="noStrike" u="none">
                <a:solidFill>
                  <a:schemeClr val="accent6">
                    <a:lumMod val="60000"/>
                    <a:lumOff val="40000"/>
                  </a:schemeClr>
                </a:solidFill>
                <a:effectLst/>
                <a:uFillTx/>
                <a:latin typeface="Calibri"/>
              </a:rPr>
              <a:t>Click to edit Master text styles</a:t>
            </a:r>
            <a:endParaRPr b="0" lang="en-US" sz="24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73" name="PlaceHolder 3"/>
          <p:cNvSpPr>
            <a:spLocks noGrp="1"/>
          </p:cNvSpPr>
          <p:nvPr>
            <p:ph type="dt" idx="13"/>
          </p:nvPr>
        </p:nvSpPr>
        <p:spPr>
          <a:xfrm>
            <a:off x="837360" y="6356520"/>
            <a:ext cx="2742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trike="noStrike" u="none">
                <a:solidFill>
                  <a:schemeClr val="lt1">
                    <a:lumMod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trike="noStrike" u="none">
                <a:solidFill>
                  <a:schemeClr val="lt1">
                    <a:lumMod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b="0" lang="en-US" sz="12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74" name="PlaceHolder 4"/>
          <p:cNvSpPr>
            <a:spLocks noGrp="1"/>
          </p:cNvSpPr>
          <p:nvPr>
            <p:ph type="ftr" idx="14"/>
          </p:nvPr>
        </p:nvSpPr>
        <p:spPr>
          <a:xfrm>
            <a:off x="4037040" y="6356520"/>
            <a:ext cx="411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defRPr b="0" lang="en-US" sz="1200" strike="noStrike" u="none">
                <a:solidFill>
                  <a:schemeClr val="lt1">
                    <a:lumMod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r>
              <a:rPr b="0" lang="en-US" sz="1200" strike="noStrike" u="none">
                <a:solidFill>
                  <a:schemeClr val="lt1">
                    <a:lumMod val="75000"/>
                  </a:schemeClr>
                </a:solidFill>
                <a:effectLst/>
                <a:uFillTx/>
                <a:latin typeface="Calibri"/>
              </a:rPr>
              <a:t>&lt;footer&gt;</a:t>
            </a:r>
            <a:endParaRPr b="0" lang="en-US" sz="12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75" name="PlaceHolder 5"/>
          <p:cNvSpPr>
            <a:spLocks noGrp="1"/>
          </p:cNvSpPr>
          <p:nvPr>
            <p:ph type="sldNum" idx="15"/>
          </p:nvPr>
        </p:nvSpPr>
        <p:spPr>
          <a:xfrm>
            <a:off x="8607600" y="6356520"/>
            <a:ext cx="2742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trike="noStrike" u="none">
                <a:solidFill>
                  <a:schemeClr val="lt1">
                    <a:lumMod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705968E6-AEE4-49B3-A138-69CA7ABA1C01}" type="slidenum">
              <a:rPr b="0" lang="en-US" sz="1200" strike="noStrike" u="none">
                <a:solidFill>
                  <a:schemeClr val="lt1">
                    <a:lumMod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b="0" lang="en-US" sz="12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76" name="PlaceHolder 6"/>
          <p:cNvSpPr>
            <a:spLocks noGrp="1"/>
          </p:cNvSpPr>
          <p:nvPr>
            <p:ph type="body"/>
          </p:nvPr>
        </p:nvSpPr>
        <p:spPr>
          <a:xfrm>
            <a:off x="10405440" y="652320"/>
            <a:ext cx="1332720" cy="1333080"/>
          </a:xfrm>
          <a:prstGeom prst="rect">
            <a:avLst/>
          </a:prstGeom>
          <a:solidFill>
            <a:schemeClr val="accent6"/>
          </a:solidFill>
          <a:ln w="0">
            <a:noFill/>
          </a:ln>
        </p:spPr>
        <p:txBody>
          <a:bodyPr lIns="90000" rIns="90000" tIns="45000" bIns="45000" anchor="t">
            <a:normAutofit fontScale="25000" lnSpcReduction="19999"/>
          </a:bodyPr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400" strike="noStrike" u="none">
                <a:solidFill>
                  <a:schemeClr val="lt1"/>
                </a:solidFill>
                <a:effectLst/>
                <a:uFillTx/>
                <a:latin typeface="Calibri"/>
              </a:rPr>
              <a:t>Click to edit the outline text format</a:t>
            </a:r>
            <a:endParaRPr b="0" lang="en-US" sz="14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  <a:p>
            <a:pPr lvl="1" marL="864000" indent="-324000">
              <a:lnSpc>
                <a:spcPct val="90000"/>
              </a:lnSpc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1400" strike="noStrike" u="none">
                <a:solidFill>
                  <a:schemeClr val="lt1"/>
                </a:solidFill>
                <a:effectLst/>
                <a:uFillTx/>
                <a:latin typeface="Calibri"/>
              </a:rPr>
              <a:t>Second Outline Level</a:t>
            </a:r>
            <a:endParaRPr b="0" lang="en-US" sz="14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  <a:p>
            <a:pPr lvl="2" marL="1296000" indent="-288000">
              <a:lnSpc>
                <a:spcPct val="90000"/>
              </a:lnSpc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400" strike="noStrike" u="none">
                <a:solidFill>
                  <a:schemeClr val="lt1"/>
                </a:solidFill>
                <a:effectLst/>
                <a:uFillTx/>
                <a:latin typeface="Calibri"/>
              </a:rPr>
              <a:t>Third Outline Level</a:t>
            </a:r>
            <a:endParaRPr b="0" lang="en-US" sz="14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  <a:p>
            <a:pPr lvl="3" marL="1728000" indent="-216000">
              <a:lnSpc>
                <a:spcPct val="90000"/>
              </a:lnSpc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1400" strike="noStrike" u="none">
                <a:solidFill>
                  <a:schemeClr val="lt1"/>
                </a:solidFill>
                <a:effectLst/>
                <a:uFillTx/>
                <a:latin typeface="Calibri"/>
              </a:rPr>
              <a:t>Fourth Outline Level</a:t>
            </a:r>
            <a:endParaRPr b="0" lang="en-US" sz="14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  <a:p>
            <a:pPr lvl="4" marL="2160000" indent="-216000">
              <a:lnSpc>
                <a:spcPct val="9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400" strike="noStrike" u="none">
                <a:solidFill>
                  <a:schemeClr val="lt1"/>
                </a:solidFill>
                <a:effectLst/>
                <a:uFillTx/>
                <a:latin typeface="Calibri"/>
              </a:rPr>
              <a:t>Fifth Outline Level</a:t>
            </a:r>
            <a:endParaRPr b="0" lang="en-US" sz="14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  <a:p>
            <a:pPr lvl="5" marL="2592000" indent="-216000">
              <a:lnSpc>
                <a:spcPct val="9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400" strike="noStrike" u="none">
                <a:solidFill>
                  <a:schemeClr val="lt1"/>
                </a:solidFill>
                <a:effectLst/>
                <a:uFillTx/>
                <a:latin typeface="Calibri"/>
              </a:rPr>
              <a:t>Sixth Outline Level</a:t>
            </a:r>
            <a:endParaRPr b="0" lang="en-US" sz="14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  <a:p>
            <a:pPr lvl="6" marL="3024000" indent="-216000">
              <a:lnSpc>
                <a:spcPct val="9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400" strike="noStrike" u="none">
                <a:solidFill>
                  <a:schemeClr val="lt1"/>
                </a:solidFill>
                <a:effectLst/>
                <a:uFillTx/>
                <a:latin typeface="Calibri"/>
              </a:rPr>
              <a:t>Seventh Outline Level</a:t>
            </a:r>
            <a:endParaRPr b="0" lang="en-US" sz="14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77" name="PlaceHolder 7"/>
          <p:cNvSpPr>
            <a:spLocks noGrp="1"/>
          </p:cNvSpPr>
          <p:nvPr>
            <p:ph type="body"/>
          </p:nvPr>
        </p:nvSpPr>
        <p:spPr>
          <a:xfrm>
            <a:off x="10221480" y="2049480"/>
            <a:ext cx="1701000" cy="228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914400">
              <a:lnSpc>
                <a:spcPct val="90000"/>
              </a:lnSpc>
              <a:spcBef>
                <a:spcPts val="1001"/>
              </a:spcBef>
              <a:spcAft>
                <a:spcPts val="1199"/>
              </a:spcAft>
              <a:buNone/>
              <a:tabLst>
                <a:tab algn="l" pos="0"/>
              </a:tabLst>
            </a:pPr>
            <a:r>
              <a:rPr b="0" lang="en-US" sz="1200" strike="noStrike" u="none">
                <a:solidFill>
                  <a:schemeClr val="lt1"/>
                </a:solidFill>
                <a:effectLst/>
                <a:uFillTx/>
                <a:latin typeface="Calibri"/>
              </a:rPr>
              <a:t>Name</a:t>
            </a:r>
            <a:endParaRPr b="0" lang="en-US" sz="12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78" name="PlaceHolder 8"/>
          <p:cNvSpPr>
            <a:spLocks noGrp="1"/>
          </p:cNvSpPr>
          <p:nvPr>
            <p:ph type="body"/>
          </p:nvPr>
        </p:nvSpPr>
        <p:spPr>
          <a:xfrm>
            <a:off x="10221480" y="2279520"/>
            <a:ext cx="1701000" cy="228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914400">
              <a:lnSpc>
                <a:spcPct val="90000"/>
              </a:lnSpc>
              <a:spcBef>
                <a:spcPts val="1001"/>
              </a:spcBef>
              <a:spcAft>
                <a:spcPts val="1199"/>
              </a:spcAft>
              <a:buNone/>
              <a:tabLst>
                <a:tab algn="l" pos="0"/>
              </a:tabLst>
            </a:pPr>
            <a:r>
              <a:rPr b="0" lang="en-US" sz="1200" strike="noStrike" u="none">
                <a:solidFill>
                  <a:schemeClr val="lt1"/>
                </a:solidFill>
                <a:effectLst/>
                <a:uFillTx/>
                <a:latin typeface="Calibri"/>
              </a:rPr>
              <a:t>Mobile / email</a:t>
            </a:r>
            <a:endParaRPr b="0" lang="en-US" sz="12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79" name="PlaceHolder 9"/>
          <p:cNvSpPr>
            <a:spLocks noGrp="1"/>
          </p:cNvSpPr>
          <p:nvPr>
            <p:ph type="body"/>
          </p:nvPr>
        </p:nvSpPr>
        <p:spPr>
          <a:xfrm>
            <a:off x="10221480" y="2509200"/>
            <a:ext cx="1701000" cy="228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914400">
              <a:lnSpc>
                <a:spcPct val="90000"/>
              </a:lnSpc>
              <a:spcBef>
                <a:spcPts val="1001"/>
              </a:spcBef>
              <a:spcAft>
                <a:spcPts val="1199"/>
              </a:spcAft>
              <a:buNone/>
              <a:tabLst>
                <a:tab algn="l" pos="0"/>
              </a:tabLst>
            </a:pPr>
            <a:r>
              <a:rPr b="0" lang="en-US" sz="1200" strike="noStrike" u="none">
                <a:solidFill>
                  <a:schemeClr val="lt1"/>
                </a:solidFill>
                <a:effectLst/>
                <a:uFillTx/>
                <a:latin typeface="Calibri"/>
              </a:rPr>
              <a:t>Company</a:t>
            </a:r>
            <a:endParaRPr b="0" lang="en-US" sz="12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lor and Typography">
    <p:bg>
      <p:bgPr>
        <a:gradFill rotWithShape="0">
          <a:gsLst>
            <a:gs pos="0">
              <a:srgbClr val="253848"/>
            </a:gs>
            <a:gs pos="100000">
              <a:srgbClr val="134163"/>
            </a:gs>
          </a:gsLst>
          <a:lin ang="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Rectangle 6"/>
          <p:cNvSpPr/>
          <p:nvPr/>
        </p:nvSpPr>
        <p:spPr>
          <a:xfrm>
            <a:off x="-11880" y="7007400"/>
            <a:ext cx="1665720" cy="280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100" strike="noStrike" u="none">
                <a:solidFill>
                  <a:schemeClr val="accent1"/>
                </a:solidFill>
                <a:effectLst/>
                <a:uFillTx/>
                <a:latin typeface="Open Sans"/>
              </a:rPr>
              <a:t>© </a:t>
            </a:r>
            <a:r>
              <a:rPr b="0" lang="en-US" sz="1100" strike="noStrike" u="none">
                <a:solidFill>
                  <a:schemeClr val="accent1"/>
                </a:solidFill>
                <a:effectLst/>
                <a:uFillTx/>
                <a:latin typeface="Open Sans"/>
                <a:hlinkClick r:id="rId2"/>
              </a:rPr>
              <a:t>presentationgo.com</a:t>
            </a:r>
            <a:endParaRPr b="0" lang="en-US" sz="11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grpSp>
        <p:nvGrpSpPr>
          <p:cNvPr id="81" name="Group 7"/>
          <p:cNvGrpSpPr/>
          <p:nvPr/>
        </p:nvGrpSpPr>
        <p:grpSpPr>
          <a:xfrm>
            <a:off x="-1653840" y="-16560"/>
            <a:ext cx="1564200" cy="608760"/>
            <a:chOff x="-1653840" y="-16560"/>
            <a:chExt cx="1564200" cy="608760"/>
          </a:xfrm>
        </p:grpSpPr>
        <p:sp>
          <p:nvSpPr>
            <p:cNvPr id="82" name="TextBox 8"/>
            <p:cNvSpPr/>
            <p:nvPr/>
          </p:nvSpPr>
          <p:spPr>
            <a:xfrm>
              <a:off x="-1653840" y="-16560"/>
              <a:ext cx="361440" cy="2430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t">
              <a:spAutoFit/>
            </a:bodyPr>
            <a:p>
              <a:pPr defTabSz="457200">
                <a:lnSpc>
                  <a:spcPct val="100000"/>
                </a:lnSpc>
              </a:pPr>
              <a:r>
                <a:rPr b="0" lang="en-US" sz="1000" strike="noStrike" u="none">
                  <a:solidFill>
                    <a:schemeClr val="dk1"/>
                  </a:solidFill>
                  <a:effectLst/>
                  <a:uFillTx/>
                  <a:latin typeface="Open Sans"/>
                  <a:ea typeface="Open Sans"/>
                </a:rPr>
                <a:t>By:</a:t>
              </a:r>
              <a:endParaRPr b="0" lang="en-US" sz="10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83" name="TextBox 9"/>
            <p:cNvSpPr/>
            <p:nvPr/>
          </p:nvSpPr>
          <p:spPr>
            <a:xfrm>
              <a:off x="-559800" y="349200"/>
              <a:ext cx="470160" cy="2430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t">
              <a:spAutoFit/>
            </a:bodyPr>
            <a:p>
              <a:pPr defTabSz="457200">
                <a:lnSpc>
                  <a:spcPct val="100000"/>
                </a:lnSpc>
              </a:pPr>
              <a:r>
                <a:rPr b="0" lang="en-US" sz="1000" strike="noStrike" u="none">
                  <a:solidFill>
                    <a:schemeClr val="dk1"/>
                  </a:solidFill>
                  <a:effectLst/>
                  <a:uFillTx/>
                  <a:latin typeface="Open Sans"/>
                  <a:ea typeface="Open Sans"/>
                </a:rPr>
                <a:t>.com</a:t>
              </a:r>
              <a:endParaRPr b="0" lang="en-US" sz="10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pic>
          <p:nvPicPr>
            <p:cNvPr id="84" name="Picture 10" descr=""/>
            <p:cNvPicPr/>
            <p:nvPr/>
          </p:nvPicPr>
          <p:blipFill>
            <a:blip r:embed="rId3"/>
            <a:stretch/>
          </p:blipFill>
          <p:spPr>
            <a:xfrm>
              <a:off x="-1576080" y="196560"/>
              <a:ext cx="1404360" cy="185760"/>
            </a:xfrm>
            <a:prstGeom prst="rect">
              <a:avLst/>
            </a:prstGeom>
            <a:noFill/>
            <a:ln w="0">
              <a:noFill/>
            </a:ln>
          </p:spPr>
        </p:pic>
      </p:grpSp>
      <p:sp>
        <p:nvSpPr>
          <p:cNvPr id="85" name="PlaceHolder 1"/>
          <p:cNvSpPr>
            <a:spLocks noGrp="1"/>
          </p:cNvSpPr>
          <p:nvPr>
            <p:ph type="title"/>
          </p:nvPr>
        </p:nvSpPr>
        <p:spPr>
          <a:xfrm>
            <a:off x="837360" y="365040"/>
            <a:ext cx="1051236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0" lang="en-US" sz="4400" strike="noStrike" u="none">
                <a:solidFill>
                  <a:schemeClr val="lt1"/>
                </a:solidFill>
                <a:effectLst/>
                <a:uFillTx/>
                <a:latin typeface="Calibri Light"/>
              </a:rPr>
              <a:t>Click to </a:t>
            </a:r>
            <a:r>
              <a:rPr b="0" lang="en-US" sz="4400" strike="noStrike" u="none">
                <a:solidFill>
                  <a:schemeClr val="lt1"/>
                </a:solidFill>
                <a:effectLst/>
                <a:uFillTx/>
                <a:latin typeface="Calibri Light"/>
              </a:rPr>
              <a:t>edit </a:t>
            </a:r>
            <a:r>
              <a:rPr b="0" lang="en-US" sz="4400" strike="noStrike" u="none">
                <a:solidFill>
                  <a:schemeClr val="lt1"/>
                </a:solidFill>
                <a:effectLst/>
                <a:uFillTx/>
                <a:latin typeface="Calibri Light"/>
              </a:rPr>
              <a:t>Master </a:t>
            </a:r>
            <a:r>
              <a:rPr b="0" lang="en-US" sz="4400" strike="noStrike" u="none">
                <a:solidFill>
                  <a:schemeClr val="lt1"/>
                </a:solidFill>
                <a:effectLst/>
                <a:uFillTx/>
                <a:latin typeface="Calibri Light"/>
              </a:rPr>
              <a:t>title </a:t>
            </a:r>
            <a:r>
              <a:rPr b="0" lang="en-US" sz="4400" strike="noStrike" u="none">
                <a:solidFill>
                  <a:schemeClr val="lt1"/>
                </a:solidFill>
                <a:effectLst/>
                <a:uFillTx/>
                <a:latin typeface="Calibri Light"/>
              </a:rPr>
              <a:t>style</a:t>
            </a:r>
            <a:endParaRPr b="0" lang="en-US" sz="4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86" name="PlaceHolder 2"/>
          <p:cNvSpPr>
            <a:spLocks noGrp="1"/>
          </p:cNvSpPr>
          <p:nvPr>
            <p:ph type="body"/>
          </p:nvPr>
        </p:nvSpPr>
        <p:spPr>
          <a:xfrm>
            <a:off x="837360" y="3709080"/>
            <a:ext cx="10512360" cy="13255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rmAutofit/>
          </a:bodyPr>
          <a:p>
            <a:pPr marL="228600" indent="-228600" defTabSz="914400">
              <a:lnSpc>
                <a:spcPct val="90000"/>
              </a:lnSpc>
              <a:spcAft>
                <a:spcPts val="1199"/>
              </a:spcAft>
              <a:buNone/>
              <a:tabLst>
                <a:tab algn="l" pos="0"/>
              </a:tabLst>
            </a:pPr>
            <a:r>
              <a:rPr b="0" lang="en-US" sz="4400" strike="noStrike" u="none">
                <a:solidFill>
                  <a:schemeClr val="lt1"/>
                </a:solidFill>
                <a:effectLst/>
                <a:uFillTx/>
                <a:latin typeface="Calibri Light"/>
              </a:rPr>
              <a:t>Click to edit Master text styles</a:t>
            </a:r>
            <a:endParaRPr b="0" lang="en-US" sz="44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87" name="TextBox 88"/>
          <p:cNvSpPr/>
          <p:nvPr/>
        </p:nvSpPr>
        <p:spPr>
          <a:xfrm>
            <a:off x="4538160" y="4033080"/>
            <a:ext cx="2709000" cy="2620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0" lang="en-US" sz="16600" strike="noStrike" u="none">
                <a:solidFill>
                  <a:schemeClr val="lt1"/>
                </a:solidFill>
                <a:effectLst/>
                <a:uFillTx/>
                <a:latin typeface="Calibri"/>
              </a:rPr>
              <a:t>Aa</a:t>
            </a:r>
            <a:endParaRPr b="0" lang="en-US" sz="166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8" name="PlaceHolder 3"/>
          <p:cNvSpPr>
            <a:spLocks noGrp="1"/>
          </p:cNvSpPr>
          <p:nvPr>
            <p:ph type="body"/>
          </p:nvPr>
        </p:nvSpPr>
        <p:spPr>
          <a:xfrm>
            <a:off x="4675320" y="6124680"/>
            <a:ext cx="2393280" cy="5644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914400">
              <a:lnSpc>
                <a:spcPct val="90000"/>
              </a:lnSpc>
              <a:spcBef>
                <a:spcPts val="1001"/>
              </a:spcBef>
              <a:spcAft>
                <a:spcPts val="1199"/>
              </a:spcAft>
              <a:buNone/>
              <a:tabLst>
                <a:tab algn="l" pos="0"/>
              </a:tabLst>
            </a:pPr>
            <a:r>
              <a:rPr b="0" lang="en-US" sz="2800" strike="noStrike" u="none">
                <a:solidFill>
                  <a:schemeClr val="lt1"/>
                </a:solidFill>
                <a:effectLst/>
                <a:uFillTx/>
                <a:latin typeface="Calibri"/>
              </a:rPr>
              <a:t>Font name</a:t>
            </a:r>
            <a:endParaRPr b="0" lang="en-US" sz="2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89" name="TextBox 90"/>
          <p:cNvSpPr/>
          <p:nvPr/>
        </p:nvSpPr>
        <p:spPr>
          <a:xfrm>
            <a:off x="7525080" y="4033080"/>
            <a:ext cx="2709000" cy="2620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0" lang="en-US" sz="16600" strike="noStrike" u="none">
                <a:solidFill>
                  <a:schemeClr val="lt1"/>
                </a:solidFill>
                <a:effectLst/>
                <a:uFillTx/>
                <a:latin typeface="Calibri Light"/>
              </a:rPr>
              <a:t>Aa</a:t>
            </a:r>
            <a:endParaRPr b="0" lang="en-US" sz="166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0" name="PlaceHolder 4"/>
          <p:cNvSpPr>
            <a:spLocks noGrp="1"/>
          </p:cNvSpPr>
          <p:nvPr>
            <p:ph type="body"/>
          </p:nvPr>
        </p:nvSpPr>
        <p:spPr>
          <a:xfrm>
            <a:off x="7662240" y="6124680"/>
            <a:ext cx="2393280" cy="5644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914400">
              <a:lnSpc>
                <a:spcPct val="90000"/>
              </a:lnSpc>
              <a:spcBef>
                <a:spcPts val="1001"/>
              </a:spcBef>
              <a:spcAft>
                <a:spcPts val="1199"/>
              </a:spcAft>
              <a:buNone/>
              <a:tabLst>
                <a:tab algn="l" pos="0"/>
              </a:tabLst>
            </a:pPr>
            <a:r>
              <a:rPr b="0" lang="en-US" sz="2800" strike="noStrike" u="none">
                <a:solidFill>
                  <a:schemeClr val="lt1"/>
                </a:solidFill>
                <a:effectLst/>
                <a:uFillTx/>
                <a:latin typeface="Calibri Light"/>
              </a:rPr>
              <a:t>Font name</a:t>
            </a:r>
            <a:endParaRPr b="0" lang="en-US" sz="2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grpSp>
        <p:nvGrpSpPr>
          <p:cNvPr id="91" name="Group 71"/>
          <p:cNvGrpSpPr/>
          <p:nvPr/>
        </p:nvGrpSpPr>
        <p:grpSpPr>
          <a:xfrm>
            <a:off x="837360" y="1830600"/>
            <a:ext cx="10512360" cy="1740600"/>
            <a:chOff x="837360" y="1830600"/>
            <a:chExt cx="10512360" cy="1740600"/>
          </a:xfrm>
        </p:grpSpPr>
        <p:sp>
          <p:nvSpPr>
            <p:cNvPr id="92" name="Rectangle 72"/>
            <p:cNvSpPr/>
            <p:nvPr/>
          </p:nvSpPr>
          <p:spPr>
            <a:xfrm>
              <a:off x="837360" y="1830600"/>
              <a:ext cx="893520" cy="1740600"/>
            </a:xfrm>
            <a:prstGeom prst="rect">
              <a:avLst/>
            </a:prstGeom>
            <a:solidFill>
              <a:schemeClr val="bg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685800">
                <a:lnSpc>
                  <a:spcPct val="100000"/>
                </a:lnSpc>
              </a:pPr>
              <a:endParaRPr b="0" lang="en-US" sz="1350" strike="noStrike" u="none">
                <a:solidFill>
                  <a:srgbClr val="ffffff"/>
                </a:solidFill>
                <a:effectLst/>
                <a:uFillTx/>
                <a:latin typeface="Calibri"/>
              </a:endParaRPr>
            </a:p>
          </p:txBody>
        </p:sp>
        <p:sp>
          <p:nvSpPr>
            <p:cNvPr id="93" name="Rectangle 73"/>
            <p:cNvSpPr/>
            <p:nvPr/>
          </p:nvSpPr>
          <p:spPr>
            <a:xfrm>
              <a:off x="837360" y="1830600"/>
              <a:ext cx="893520" cy="1550880"/>
            </a:xfrm>
            <a:prstGeom prst="rect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685800">
                <a:lnSpc>
                  <a:spcPct val="100000"/>
                </a:lnSpc>
              </a:pPr>
              <a:endParaRPr b="0" lang="en-US" sz="1350" strike="noStrike" u="none">
                <a:solidFill>
                  <a:srgbClr val="ffffff"/>
                </a:solidFill>
                <a:effectLst/>
                <a:uFillTx/>
                <a:latin typeface="Calibri"/>
              </a:endParaRPr>
            </a:p>
          </p:txBody>
        </p:sp>
        <p:sp>
          <p:nvSpPr>
            <p:cNvPr id="94" name="Rectangle 74"/>
            <p:cNvSpPr/>
            <p:nvPr/>
          </p:nvSpPr>
          <p:spPr>
            <a:xfrm>
              <a:off x="837360" y="1830600"/>
              <a:ext cx="893520" cy="1361160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685800">
                <a:lnSpc>
                  <a:spcPct val="100000"/>
                </a:lnSpc>
              </a:pPr>
              <a:endParaRPr b="0" lang="en-US" sz="1350" strike="noStrike" u="none">
                <a:solidFill>
                  <a:srgbClr val="ffffff"/>
                </a:solidFill>
                <a:effectLst/>
                <a:uFillTx/>
                <a:latin typeface="Calibri"/>
              </a:endParaRPr>
            </a:p>
          </p:txBody>
        </p:sp>
        <p:sp>
          <p:nvSpPr>
            <p:cNvPr id="95" name="Rectangle 75"/>
            <p:cNvSpPr/>
            <p:nvPr/>
          </p:nvSpPr>
          <p:spPr>
            <a:xfrm>
              <a:off x="837360" y="1830600"/>
              <a:ext cx="893520" cy="1171440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685800">
                <a:lnSpc>
                  <a:spcPct val="100000"/>
                </a:lnSpc>
              </a:pPr>
              <a:endParaRPr b="0" lang="en-US" sz="1350" strike="noStrike" u="none">
                <a:solidFill>
                  <a:srgbClr val="ffffff"/>
                </a:solidFill>
                <a:effectLst/>
                <a:uFillTx/>
                <a:latin typeface="Calibri"/>
              </a:endParaRPr>
            </a:p>
          </p:txBody>
        </p:sp>
        <p:sp>
          <p:nvSpPr>
            <p:cNvPr id="96" name="Rectangle 76"/>
            <p:cNvSpPr/>
            <p:nvPr/>
          </p:nvSpPr>
          <p:spPr>
            <a:xfrm>
              <a:off x="837360" y="1830600"/>
              <a:ext cx="893520" cy="98136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685800">
                <a:lnSpc>
                  <a:spcPct val="100000"/>
                </a:lnSpc>
              </a:pPr>
              <a:endParaRPr b="0" lang="en-US" sz="1350" strike="noStrike" u="none">
                <a:solidFill>
                  <a:srgbClr val="ffffff"/>
                </a:solidFill>
                <a:effectLst/>
                <a:uFillTx/>
                <a:latin typeface="Calibri"/>
              </a:endParaRPr>
            </a:p>
          </p:txBody>
        </p:sp>
        <p:sp>
          <p:nvSpPr>
            <p:cNvPr id="97" name="Rectangle 77"/>
            <p:cNvSpPr/>
            <p:nvPr/>
          </p:nvSpPr>
          <p:spPr>
            <a:xfrm>
              <a:off x="837360" y="1830600"/>
              <a:ext cx="893520" cy="78804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685800">
                <a:lnSpc>
                  <a:spcPct val="100000"/>
                </a:lnSpc>
              </a:pPr>
              <a:endParaRPr b="0" lang="en-US" sz="1350" strike="noStrike" u="none">
                <a:solidFill>
                  <a:srgbClr val="ffffff"/>
                </a:solidFill>
                <a:effectLst/>
                <a:uFillTx/>
                <a:latin typeface="Calibri"/>
              </a:endParaRPr>
            </a:p>
          </p:txBody>
        </p:sp>
        <p:sp>
          <p:nvSpPr>
            <p:cNvPr id="98" name="Rectangle 78"/>
            <p:cNvSpPr/>
            <p:nvPr/>
          </p:nvSpPr>
          <p:spPr>
            <a:xfrm>
              <a:off x="1906200" y="1830600"/>
              <a:ext cx="893880" cy="1740600"/>
            </a:xfrm>
            <a:prstGeom prst="rect">
              <a:avLst/>
            </a:prstGeom>
            <a:solidFill>
              <a:schemeClr val="tx1">
                <a:lumMod val="95000"/>
                <a:lumOff val="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685800">
                <a:lnSpc>
                  <a:spcPct val="100000"/>
                </a:lnSpc>
              </a:pPr>
              <a:endParaRPr b="0" lang="en-US" sz="1350" strike="noStrike" u="none">
                <a:solidFill>
                  <a:srgbClr val="ffffff"/>
                </a:solidFill>
                <a:effectLst/>
                <a:uFillTx/>
                <a:latin typeface="Calibri"/>
              </a:endParaRPr>
            </a:p>
          </p:txBody>
        </p:sp>
        <p:sp>
          <p:nvSpPr>
            <p:cNvPr id="99" name="Rectangle 79"/>
            <p:cNvSpPr/>
            <p:nvPr/>
          </p:nvSpPr>
          <p:spPr>
            <a:xfrm>
              <a:off x="1906200" y="1830600"/>
              <a:ext cx="893880" cy="1550880"/>
            </a:xfrm>
            <a:prstGeom prst="rect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685800">
                <a:lnSpc>
                  <a:spcPct val="100000"/>
                </a:lnSpc>
              </a:pPr>
              <a:endParaRPr b="0" lang="en-US" sz="1350" strike="noStrike" u="none">
                <a:solidFill>
                  <a:srgbClr val="ffffff"/>
                </a:solidFill>
                <a:effectLst/>
                <a:uFillTx/>
                <a:latin typeface="Calibri"/>
              </a:endParaRPr>
            </a:p>
          </p:txBody>
        </p:sp>
        <p:sp>
          <p:nvSpPr>
            <p:cNvPr id="100" name="Rectangle 80"/>
            <p:cNvSpPr/>
            <p:nvPr/>
          </p:nvSpPr>
          <p:spPr>
            <a:xfrm>
              <a:off x="1906200" y="1830600"/>
              <a:ext cx="893880" cy="1361160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685800">
                <a:lnSpc>
                  <a:spcPct val="100000"/>
                </a:lnSpc>
              </a:pPr>
              <a:endParaRPr b="0" lang="en-US" sz="1350" strike="noStrike" u="none">
                <a:solidFill>
                  <a:srgbClr val="ffffff"/>
                </a:solidFill>
                <a:effectLst/>
                <a:uFillTx/>
                <a:latin typeface="Calibri"/>
              </a:endParaRPr>
            </a:p>
          </p:txBody>
        </p:sp>
        <p:sp>
          <p:nvSpPr>
            <p:cNvPr id="101" name="Rectangle 81"/>
            <p:cNvSpPr/>
            <p:nvPr/>
          </p:nvSpPr>
          <p:spPr>
            <a:xfrm>
              <a:off x="1906200" y="1830600"/>
              <a:ext cx="893880" cy="1171440"/>
            </a:xfrm>
            <a:prstGeom prst="rect">
              <a:avLst/>
            </a:pr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685800">
                <a:lnSpc>
                  <a:spcPct val="100000"/>
                </a:lnSpc>
              </a:pPr>
              <a:endParaRPr b="0" lang="en-US" sz="1350" strike="noStrike" u="none">
                <a:solidFill>
                  <a:srgbClr val="ffffff"/>
                </a:solidFill>
                <a:effectLst/>
                <a:uFillTx/>
                <a:latin typeface="Calibri"/>
              </a:endParaRPr>
            </a:p>
          </p:txBody>
        </p:sp>
        <p:sp>
          <p:nvSpPr>
            <p:cNvPr id="102" name="Rectangle 82"/>
            <p:cNvSpPr/>
            <p:nvPr/>
          </p:nvSpPr>
          <p:spPr>
            <a:xfrm>
              <a:off x="1906200" y="1830600"/>
              <a:ext cx="893880" cy="981360"/>
            </a:xfrm>
            <a:prstGeom prst="rect">
              <a:avLst/>
            </a:prstGeom>
            <a:solidFill>
              <a:schemeClr val="tx1">
                <a:lumMod val="50000"/>
                <a:lumOff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685800">
                <a:lnSpc>
                  <a:spcPct val="100000"/>
                </a:lnSpc>
              </a:pPr>
              <a:endParaRPr b="0" lang="en-US" sz="1350" strike="noStrike" u="none">
                <a:solidFill>
                  <a:srgbClr val="ffffff"/>
                </a:solidFill>
                <a:effectLst/>
                <a:uFillTx/>
                <a:latin typeface="Calibri"/>
              </a:endParaRPr>
            </a:p>
          </p:txBody>
        </p:sp>
        <p:sp>
          <p:nvSpPr>
            <p:cNvPr id="103" name="Rectangle 83"/>
            <p:cNvSpPr/>
            <p:nvPr/>
          </p:nvSpPr>
          <p:spPr>
            <a:xfrm>
              <a:off x="1906200" y="1830600"/>
              <a:ext cx="893880" cy="788040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685800">
                <a:lnSpc>
                  <a:spcPct val="100000"/>
                </a:lnSpc>
              </a:pPr>
              <a:endParaRPr b="0" lang="en-US" sz="1350" strike="noStrike" u="none">
                <a:solidFill>
                  <a:srgbClr val="ffffff"/>
                </a:solidFill>
                <a:effectLst/>
                <a:uFillTx/>
                <a:latin typeface="Calibri"/>
              </a:endParaRPr>
            </a:p>
          </p:txBody>
        </p:sp>
        <p:sp>
          <p:nvSpPr>
            <p:cNvPr id="104" name="Rectangle 84"/>
            <p:cNvSpPr/>
            <p:nvPr/>
          </p:nvSpPr>
          <p:spPr>
            <a:xfrm>
              <a:off x="2974680" y="1830600"/>
              <a:ext cx="893880" cy="1740600"/>
            </a:xfrm>
            <a:prstGeom prst="rect">
              <a:avLst/>
            </a:prstGeom>
            <a:solidFill>
              <a:schemeClr val="bg2">
                <a:lumMod val="1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685800">
                <a:lnSpc>
                  <a:spcPct val="100000"/>
                </a:lnSpc>
              </a:pPr>
              <a:endParaRPr b="0" lang="en-US" sz="1350" strike="noStrike" u="none">
                <a:solidFill>
                  <a:srgbClr val="ffffff"/>
                </a:solidFill>
                <a:effectLst/>
                <a:uFillTx/>
                <a:latin typeface="Calibri"/>
              </a:endParaRPr>
            </a:p>
          </p:txBody>
        </p:sp>
        <p:sp>
          <p:nvSpPr>
            <p:cNvPr id="105" name="Rectangle 85"/>
            <p:cNvSpPr/>
            <p:nvPr/>
          </p:nvSpPr>
          <p:spPr>
            <a:xfrm>
              <a:off x="2974680" y="1830600"/>
              <a:ext cx="893880" cy="1550880"/>
            </a:xfrm>
            <a:prstGeom prst="rect">
              <a:avLst/>
            </a:prstGeom>
            <a:solidFill>
              <a:schemeClr val="bg2">
                <a:lumMod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685800">
                <a:lnSpc>
                  <a:spcPct val="100000"/>
                </a:lnSpc>
              </a:pPr>
              <a:endParaRPr b="0" lang="en-US" sz="1350" strike="noStrike" u="none">
                <a:solidFill>
                  <a:srgbClr val="ffffff"/>
                </a:solidFill>
                <a:effectLst/>
                <a:uFillTx/>
                <a:latin typeface="Calibri"/>
              </a:endParaRPr>
            </a:p>
          </p:txBody>
        </p:sp>
        <p:sp>
          <p:nvSpPr>
            <p:cNvPr id="106" name="Rectangle 86"/>
            <p:cNvSpPr/>
            <p:nvPr/>
          </p:nvSpPr>
          <p:spPr>
            <a:xfrm>
              <a:off x="2974680" y="1830600"/>
              <a:ext cx="893880" cy="1361160"/>
            </a:xfrm>
            <a:prstGeom prst="rect">
              <a:avLst/>
            </a:prstGeom>
            <a:solidFill>
              <a:schemeClr val="bg2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685800">
                <a:lnSpc>
                  <a:spcPct val="100000"/>
                </a:lnSpc>
              </a:pPr>
              <a:endParaRPr b="0" lang="en-US" sz="1350" strike="noStrike" u="none">
                <a:solidFill>
                  <a:srgbClr val="ffffff"/>
                </a:solidFill>
                <a:effectLst/>
                <a:uFillTx/>
                <a:latin typeface="Calibri"/>
              </a:endParaRPr>
            </a:p>
          </p:txBody>
        </p:sp>
        <p:sp>
          <p:nvSpPr>
            <p:cNvPr id="107" name="Rectangle 92"/>
            <p:cNvSpPr/>
            <p:nvPr/>
          </p:nvSpPr>
          <p:spPr>
            <a:xfrm>
              <a:off x="2974680" y="1830600"/>
              <a:ext cx="893880" cy="1171440"/>
            </a:xfrm>
            <a:prstGeom prst="rect">
              <a:avLst/>
            </a:prstGeom>
            <a:solidFill>
              <a:schemeClr val="bg2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685800">
                <a:lnSpc>
                  <a:spcPct val="100000"/>
                </a:lnSpc>
              </a:pPr>
              <a:endParaRPr b="0" lang="en-US" sz="1350" strike="noStrike" u="none">
                <a:solidFill>
                  <a:srgbClr val="ffffff"/>
                </a:solidFill>
                <a:effectLst/>
                <a:uFillTx/>
                <a:latin typeface="Calibri"/>
              </a:endParaRPr>
            </a:p>
          </p:txBody>
        </p:sp>
        <p:sp>
          <p:nvSpPr>
            <p:cNvPr id="108" name="Rectangle 93"/>
            <p:cNvSpPr/>
            <p:nvPr/>
          </p:nvSpPr>
          <p:spPr>
            <a:xfrm>
              <a:off x="2974680" y="1830600"/>
              <a:ext cx="893880" cy="981360"/>
            </a:xfrm>
            <a:prstGeom prst="rect">
              <a:avLst/>
            </a:prstGeom>
            <a:solidFill>
              <a:schemeClr val="bg2">
                <a:lumMod val="9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685800">
                <a:lnSpc>
                  <a:spcPct val="100000"/>
                </a:lnSpc>
              </a:pPr>
              <a:endParaRPr b="0" lang="en-US" sz="1350" strike="noStrike" u="none">
                <a:solidFill>
                  <a:srgbClr val="ffffff"/>
                </a:solidFill>
                <a:effectLst/>
                <a:uFillTx/>
                <a:latin typeface="Calibri"/>
              </a:endParaRPr>
            </a:p>
          </p:txBody>
        </p:sp>
        <p:sp>
          <p:nvSpPr>
            <p:cNvPr id="109" name="Rectangle 94"/>
            <p:cNvSpPr/>
            <p:nvPr/>
          </p:nvSpPr>
          <p:spPr>
            <a:xfrm>
              <a:off x="2974680" y="1830600"/>
              <a:ext cx="893880" cy="788040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685800">
                <a:lnSpc>
                  <a:spcPct val="100000"/>
                </a:lnSpc>
              </a:pPr>
              <a:endParaRPr b="0" lang="en-US" sz="1350" strike="noStrike" u="none">
                <a:solidFill>
                  <a:srgbClr val="ffffff"/>
                </a:solidFill>
                <a:effectLst/>
                <a:uFillTx/>
                <a:latin typeface="Calibri"/>
              </a:endParaRPr>
            </a:p>
          </p:txBody>
        </p:sp>
        <p:sp>
          <p:nvSpPr>
            <p:cNvPr id="110" name="Rectangle 95"/>
            <p:cNvSpPr/>
            <p:nvPr/>
          </p:nvSpPr>
          <p:spPr>
            <a:xfrm>
              <a:off x="4043880" y="1830600"/>
              <a:ext cx="893520" cy="1740600"/>
            </a:xfrm>
            <a:prstGeom prst="rect">
              <a:avLst/>
            </a:prstGeom>
            <a:solidFill>
              <a:schemeClr val="tx2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685800">
                <a:lnSpc>
                  <a:spcPct val="100000"/>
                </a:lnSpc>
              </a:pPr>
              <a:endParaRPr b="0" lang="en-US" sz="1350" strike="noStrike" u="none">
                <a:solidFill>
                  <a:srgbClr val="ffffff"/>
                </a:solidFill>
                <a:effectLst/>
                <a:uFillTx/>
                <a:latin typeface="Calibri"/>
              </a:endParaRPr>
            </a:p>
          </p:txBody>
        </p:sp>
        <p:sp>
          <p:nvSpPr>
            <p:cNvPr id="111" name="Rectangle 96"/>
            <p:cNvSpPr/>
            <p:nvPr/>
          </p:nvSpPr>
          <p:spPr>
            <a:xfrm>
              <a:off x="4043880" y="1830600"/>
              <a:ext cx="893520" cy="1550880"/>
            </a:xfrm>
            <a:prstGeom prst="rect">
              <a:avLst/>
            </a:prstGeom>
            <a:solidFill>
              <a:schemeClr val="tx2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685800">
                <a:lnSpc>
                  <a:spcPct val="100000"/>
                </a:lnSpc>
              </a:pPr>
              <a:endParaRPr b="0" lang="en-US" sz="1350" strike="noStrike" u="none">
                <a:solidFill>
                  <a:srgbClr val="ffffff"/>
                </a:solidFill>
                <a:effectLst/>
                <a:uFillTx/>
                <a:latin typeface="Calibri"/>
              </a:endParaRPr>
            </a:p>
          </p:txBody>
        </p:sp>
        <p:sp>
          <p:nvSpPr>
            <p:cNvPr id="112" name="Rectangle 97"/>
            <p:cNvSpPr/>
            <p:nvPr/>
          </p:nvSpPr>
          <p:spPr>
            <a:xfrm>
              <a:off x="4043880" y="1830600"/>
              <a:ext cx="893520" cy="1361160"/>
            </a:xfrm>
            <a:prstGeom prst="rect">
              <a:avLst/>
            </a:prstGeom>
            <a:solidFill>
              <a:schemeClr val="tx2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685800">
                <a:lnSpc>
                  <a:spcPct val="100000"/>
                </a:lnSpc>
              </a:pPr>
              <a:endParaRPr b="0" lang="en-US" sz="1350" strike="noStrike" u="none">
                <a:solidFill>
                  <a:srgbClr val="ffffff"/>
                </a:solidFill>
                <a:effectLst/>
                <a:uFillTx/>
                <a:latin typeface="Calibri"/>
              </a:endParaRPr>
            </a:p>
          </p:txBody>
        </p:sp>
        <p:sp>
          <p:nvSpPr>
            <p:cNvPr id="113" name="Rectangle 98"/>
            <p:cNvSpPr/>
            <p:nvPr/>
          </p:nvSpPr>
          <p:spPr>
            <a:xfrm>
              <a:off x="4043880" y="1830600"/>
              <a:ext cx="893520" cy="1171440"/>
            </a:xfrm>
            <a:prstGeom prst="rect">
              <a:avLst/>
            </a:prstGeom>
            <a:solidFill>
              <a:schemeClr val="tx2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685800">
                <a:lnSpc>
                  <a:spcPct val="100000"/>
                </a:lnSpc>
              </a:pPr>
              <a:endParaRPr b="0" lang="en-US" sz="1350" strike="noStrike" u="none">
                <a:solidFill>
                  <a:srgbClr val="ffffff"/>
                </a:solidFill>
                <a:effectLst/>
                <a:uFillTx/>
                <a:latin typeface="Calibri"/>
              </a:endParaRPr>
            </a:p>
          </p:txBody>
        </p:sp>
        <p:sp>
          <p:nvSpPr>
            <p:cNvPr id="114" name="Rectangle 99"/>
            <p:cNvSpPr/>
            <p:nvPr/>
          </p:nvSpPr>
          <p:spPr>
            <a:xfrm>
              <a:off x="4043880" y="1830600"/>
              <a:ext cx="893520" cy="981360"/>
            </a:xfrm>
            <a:prstGeom prst="rect">
              <a:avLst/>
            </a:prstGeom>
            <a:solidFill>
              <a:schemeClr val="tx2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685800">
                <a:lnSpc>
                  <a:spcPct val="100000"/>
                </a:lnSpc>
              </a:pPr>
              <a:endParaRPr b="0" lang="en-US" sz="1350" strike="noStrike" u="none">
                <a:solidFill>
                  <a:srgbClr val="ffffff"/>
                </a:solidFill>
                <a:effectLst/>
                <a:uFillTx/>
                <a:latin typeface="Calibri"/>
              </a:endParaRPr>
            </a:p>
          </p:txBody>
        </p:sp>
        <p:sp>
          <p:nvSpPr>
            <p:cNvPr id="115" name="Rectangle 100"/>
            <p:cNvSpPr/>
            <p:nvPr/>
          </p:nvSpPr>
          <p:spPr>
            <a:xfrm>
              <a:off x="4043880" y="1830600"/>
              <a:ext cx="893520" cy="788040"/>
            </a:xfrm>
            <a:prstGeom prst="rect">
              <a:avLst/>
            </a:pr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685800">
                <a:lnSpc>
                  <a:spcPct val="100000"/>
                </a:lnSpc>
              </a:pPr>
              <a:endParaRPr b="0" lang="en-US" sz="1350" strike="noStrike" u="none">
                <a:solidFill>
                  <a:srgbClr val="ffffff"/>
                </a:solidFill>
                <a:effectLst/>
                <a:uFillTx/>
                <a:latin typeface="Calibri"/>
              </a:endParaRPr>
            </a:p>
          </p:txBody>
        </p:sp>
        <p:sp>
          <p:nvSpPr>
            <p:cNvPr id="116" name="Rectangle 101"/>
            <p:cNvSpPr/>
            <p:nvPr/>
          </p:nvSpPr>
          <p:spPr>
            <a:xfrm>
              <a:off x="5112360" y="1830600"/>
              <a:ext cx="893520" cy="1740600"/>
            </a:xfrm>
            <a:prstGeom prst="rect">
              <a:avLst/>
            </a:prstGeom>
            <a:solidFill>
              <a:schemeClr val="accent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685800">
                <a:lnSpc>
                  <a:spcPct val="100000"/>
                </a:lnSpc>
              </a:pPr>
              <a:endParaRPr b="0" lang="en-US" sz="1350" strike="noStrike" u="none">
                <a:solidFill>
                  <a:srgbClr val="ffffff"/>
                </a:solidFill>
                <a:effectLst/>
                <a:uFillTx/>
                <a:latin typeface="Calibri"/>
              </a:endParaRPr>
            </a:p>
          </p:txBody>
        </p:sp>
        <p:sp>
          <p:nvSpPr>
            <p:cNvPr id="117" name="Rectangle 102"/>
            <p:cNvSpPr/>
            <p:nvPr/>
          </p:nvSpPr>
          <p:spPr>
            <a:xfrm>
              <a:off x="5112360" y="1830600"/>
              <a:ext cx="893520" cy="1550880"/>
            </a:xfrm>
            <a:prstGeom prst="rect">
              <a:avLst/>
            </a:prstGeom>
            <a:solidFill>
              <a:schemeClr val="accent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685800">
                <a:lnSpc>
                  <a:spcPct val="100000"/>
                </a:lnSpc>
              </a:pPr>
              <a:endParaRPr b="0" lang="en-US" sz="1350" strike="noStrike" u="none">
                <a:solidFill>
                  <a:srgbClr val="ffffff"/>
                </a:solidFill>
                <a:effectLst/>
                <a:uFillTx/>
                <a:latin typeface="Calibri"/>
              </a:endParaRPr>
            </a:p>
          </p:txBody>
        </p:sp>
        <p:sp>
          <p:nvSpPr>
            <p:cNvPr id="118" name="Rectangle 103"/>
            <p:cNvSpPr/>
            <p:nvPr/>
          </p:nvSpPr>
          <p:spPr>
            <a:xfrm>
              <a:off x="5112360" y="1830600"/>
              <a:ext cx="893520" cy="1361160"/>
            </a:xfrm>
            <a:prstGeom prst="rect">
              <a:avLst/>
            </a:prstGeom>
            <a:solidFill>
              <a:schemeClr val="accent1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685800">
                <a:lnSpc>
                  <a:spcPct val="100000"/>
                </a:lnSpc>
              </a:pPr>
              <a:endParaRPr b="0" lang="en-US" sz="1350" strike="noStrike" u="none">
                <a:solidFill>
                  <a:srgbClr val="ffffff"/>
                </a:solidFill>
                <a:effectLst/>
                <a:uFillTx/>
                <a:latin typeface="Calibri"/>
              </a:endParaRPr>
            </a:p>
          </p:txBody>
        </p:sp>
        <p:sp>
          <p:nvSpPr>
            <p:cNvPr id="119" name="Rectangle 104"/>
            <p:cNvSpPr/>
            <p:nvPr/>
          </p:nvSpPr>
          <p:spPr>
            <a:xfrm>
              <a:off x="5112360" y="1830600"/>
              <a:ext cx="893520" cy="1171440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685800">
                <a:lnSpc>
                  <a:spcPct val="100000"/>
                </a:lnSpc>
              </a:pPr>
              <a:endParaRPr b="0" lang="en-US" sz="1350" strike="noStrike" u="none">
                <a:solidFill>
                  <a:srgbClr val="ffffff"/>
                </a:solidFill>
                <a:effectLst/>
                <a:uFillTx/>
                <a:latin typeface="Calibri"/>
              </a:endParaRPr>
            </a:p>
          </p:txBody>
        </p:sp>
        <p:sp>
          <p:nvSpPr>
            <p:cNvPr id="120" name="Rectangle 105"/>
            <p:cNvSpPr/>
            <p:nvPr/>
          </p:nvSpPr>
          <p:spPr>
            <a:xfrm>
              <a:off x="5112360" y="1830600"/>
              <a:ext cx="893520" cy="981360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685800">
                <a:lnSpc>
                  <a:spcPct val="100000"/>
                </a:lnSpc>
              </a:pPr>
              <a:endParaRPr b="0" lang="en-US" sz="1350" strike="noStrike" u="none">
                <a:solidFill>
                  <a:srgbClr val="ffffff"/>
                </a:solidFill>
                <a:effectLst/>
                <a:uFillTx/>
                <a:latin typeface="Calibri"/>
              </a:endParaRPr>
            </a:p>
          </p:txBody>
        </p:sp>
        <p:sp>
          <p:nvSpPr>
            <p:cNvPr id="121" name="Rectangle 106"/>
            <p:cNvSpPr/>
            <p:nvPr/>
          </p:nvSpPr>
          <p:spPr>
            <a:xfrm>
              <a:off x="5112360" y="1830600"/>
              <a:ext cx="893520" cy="78804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685800">
                <a:lnSpc>
                  <a:spcPct val="100000"/>
                </a:lnSpc>
              </a:pPr>
              <a:endParaRPr b="0" lang="en-US" sz="1350" strike="noStrike" u="none">
                <a:solidFill>
                  <a:srgbClr val="ffffff"/>
                </a:solidFill>
                <a:effectLst/>
                <a:uFillTx/>
                <a:latin typeface="Calibri"/>
              </a:endParaRPr>
            </a:p>
          </p:txBody>
        </p:sp>
        <p:sp>
          <p:nvSpPr>
            <p:cNvPr id="122" name="Rectangle 107"/>
            <p:cNvSpPr/>
            <p:nvPr/>
          </p:nvSpPr>
          <p:spPr>
            <a:xfrm>
              <a:off x="6181200" y="1830600"/>
              <a:ext cx="893520" cy="1740600"/>
            </a:xfrm>
            <a:prstGeom prst="rect">
              <a:avLst/>
            </a:prstGeom>
            <a:solidFill>
              <a:schemeClr val="accent2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685800">
                <a:lnSpc>
                  <a:spcPct val="100000"/>
                </a:lnSpc>
              </a:pPr>
              <a:endParaRPr b="0" lang="en-US" sz="1350" strike="noStrike" u="none">
                <a:solidFill>
                  <a:srgbClr val="ffffff"/>
                </a:solidFill>
                <a:effectLst/>
                <a:uFillTx/>
                <a:latin typeface="Calibri"/>
              </a:endParaRPr>
            </a:p>
          </p:txBody>
        </p:sp>
        <p:sp>
          <p:nvSpPr>
            <p:cNvPr id="123" name="Rectangle 108"/>
            <p:cNvSpPr/>
            <p:nvPr/>
          </p:nvSpPr>
          <p:spPr>
            <a:xfrm>
              <a:off x="6181200" y="1830600"/>
              <a:ext cx="893520" cy="1550880"/>
            </a:xfrm>
            <a:prstGeom prst="rect">
              <a:avLst/>
            </a:prstGeom>
            <a:solidFill>
              <a:schemeClr val="accent2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685800">
                <a:lnSpc>
                  <a:spcPct val="100000"/>
                </a:lnSpc>
              </a:pPr>
              <a:endParaRPr b="0" lang="en-US" sz="1350" strike="noStrike" u="none">
                <a:solidFill>
                  <a:srgbClr val="ffffff"/>
                </a:solidFill>
                <a:effectLst/>
                <a:uFillTx/>
                <a:latin typeface="Calibri"/>
              </a:endParaRPr>
            </a:p>
          </p:txBody>
        </p:sp>
        <p:sp>
          <p:nvSpPr>
            <p:cNvPr id="124" name="Rectangle 109"/>
            <p:cNvSpPr/>
            <p:nvPr/>
          </p:nvSpPr>
          <p:spPr>
            <a:xfrm>
              <a:off x="6181200" y="1830600"/>
              <a:ext cx="893520" cy="1361160"/>
            </a:xfrm>
            <a:prstGeom prst="rect">
              <a:avLst/>
            </a:prstGeom>
            <a:solidFill>
              <a:schemeClr val="accent2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685800">
                <a:lnSpc>
                  <a:spcPct val="100000"/>
                </a:lnSpc>
              </a:pPr>
              <a:endParaRPr b="0" lang="en-US" sz="1350" strike="noStrike" u="none">
                <a:solidFill>
                  <a:srgbClr val="ffffff"/>
                </a:solidFill>
                <a:effectLst/>
                <a:uFillTx/>
                <a:latin typeface="Calibri"/>
              </a:endParaRPr>
            </a:p>
          </p:txBody>
        </p:sp>
        <p:sp>
          <p:nvSpPr>
            <p:cNvPr id="125" name="Rectangle 110"/>
            <p:cNvSpPr/>
            <p:nvPr/>
          </p:nvSpPr>
          <p:spPr>
            <a:xfrm>
              <a:off x="6181200" y="1830600"/>
              <a:ext cx="893520" cy="1171440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685800">
                <a:lnSpc>
                  <a:spcPct val="100000"/>
                </a:lnSpc>
              </a:pPr>
              <a:endParaRPr b="0" lang="en-US" sz="1350" strike="noStrike" u="none">
                <a:solidFill>
                  <a:srgbClr val="ffffff"/>
                </a:solidFill>
                <a:effectLst/>
                <a:uFillTx/>
                <a:latin typeface="Calibri"/>
              </a:endParaRPr>
            </a:p>
          </p:txBody>
        </p:sp>
        <p:sp>
          <p:nvSpPr>
            <p:cNvPr id="126" name="Rectangle 111"/>
            <p:cNvSpPr/>
            <p:nvPr/>
          </p:nvSpPr>
          <p:spPr>
            <a:xfrm>
              <a:off x="6181200" y="1830600"/>
              <a:ext cx="893520" cy="981360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685800">
                <a:lnSpc>
                  <a:spcPct val="100000"/>
                </a:lnSpc>
              </a:pPr>
              <a:endParaRPr b="0" lang="en-US" sz="1350" strike="noStrike" u="none">
                <a:solidFill>
                  <a:srgbClr val="ffffff"/>
                </a:solidFill>
                <a:effectLst/>
                <a:uFillTx/>
                <a:latin typeface="Calibri"/>
              </a:endParaRPr>
            </a:p>
          </p:txBody>
        </p:sp>
        <p:sp>
          <p:nvSpPr>
            <p:cNvPr id="127" name="Rectangle 112"/>
            <p:cNvSpPr/>
            <p:nvPr/>
          </p:nvSpPr>
          <p:spPr>
            <a:xfrm>
              <a:off x="6181200" y="1830600"/>
              <a:ext cx="893520" cy="78804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685800">
                <a:lnSpc>
                  <a:spcPct val="100000"/>
                </a:lnSpc>
              </a:pPr>
              <a:endParaRPr b="0" lang="en-US" sz="1350" strike="noStrike" u="none">
                <a:solidFill>
                  <a:srgbClr val="ffffff"/>
                </a:solidFill>
                <a:effectLst/>
                <a:uFillTx/>
                <a:latin typeface="Calibri"/>
              </a:endParaRPr>
            </a:p>
          </p:txBody>
        </p:sp>
        <p:sp>
          <p:nvSpPr>
            <p:cNvPr id="128" name="Rectangle 113"/>
            <p:cNvSpPr/>
            <p:nvPr/>
          </p:nvSpPr>
          <p:spPr>
            <a:xfrm>
              <a:off x="7250040" y="1830600"/>
              <a:ext cx="893880" cy="1740600"/>
            </a:xfrm>
            <a:prstGeom prst="rect">
              <a:avLst/>
            </a:prstGeom>
            <a:solidFill>
              <a:schemeClr val="accent3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685800">
                <a:lnSpc>
                  <a:spcPct val="100000"/>
                </a:lnSpc>
              </a:pPr>
              <a:endParaRPr b="0" lang="en-US" sz="1350" strike="noStrike" u="none">
                <a:solidFill>
                  <a:srgbClr val="ffffff"/>
                </a:solidFill>
                <a:effectLst/>
                <a:uFillTx/>
                <a:latin typeface="Calibri"/>
              </a:endParaRPr>
            </a:p>
          </p:txBody>
        </p:sp>
        <p:sp>
          <p:nvSpPr>
            <p:cNvPr id="129" name="Rectangle 114"/>
            <p:cNvSpPr/>
            <p:nvPr/>
          </p:nvSpPr>
          <p:spPr>
            <a:xfrm>
              <a:off x="7250040" y="1830600"/>
              <a:ext cx="893880" cy="1550880"/>
            </a:xfrm>
            <a:prstGeom prst="rect">
              <a:avLst/>
            </a:prstGeom>
            <a:solidFill>
              <a:schemeClr val="accent3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685800">
                <a:lnSpc>
                  <a:spcPct val="100000"/>
                </a:lnSpc>
              </a:pPr>
              <a:endParaRPr b="0" lang="en-US" sz="1350" strike="noStrike" u="none">
                <a:solidFill>
                  <a:srgbClr val="ffffff"/>
                </a:solidFill>
                <a:effectLst/>
                <a:uFillTx/>
                <a:latin typeface="Calibri"/>
              </a:endParaRPr>
            </a:p>
          </p:txBody>
        </p:sp>
        <p:sp>
          <p:nvSpPr>
            <p:cNvPr id="130" name="Rectangle 115"/>
            <p:cNvSpPr/>
            <p:nvPr/>
          </p:nvSpPr>
          <p:spPr>
            <a:xfrm>
              <a:off x="7250040" y="1830600"/>
              <a:ext cx="893880" cy="1361160"/>
            </a:xfrm>
            <a:prstGeom prst="rect">
              <a:avLst/>
            </a:prstGeom>
            <a:solidFill>
              <a:schemeClr val="accent3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685800">
                <a:lnSpc>
                  <a:spcPct val="100000"/>
                </a:lnSpc>
              </a:pPr>
              <a:endParaRPr b="0" lang="en-US" sz="1350" strike="noStrike" u="none">
                <a:solidFill>
                  <a:srgbClr val="ffffff"/>
                </a:solidFill>
                <a:effectLst/>
                <a:uFillTx/>
                <a:latin typeface="Calibri"/>
              </a:endParaRPr>
            </a:p>
          </p:txBody>
        </p:sp>
        <p:sp>
          <p:nvSpPr>
            <p:cNvPr id="131" name="Rectangle 116"/>
            <p:cNvSpPr/>
            <p:nvPr/>
          </p:nvSpPr>
          <p:spPr>
            <a:xfrm>
              <a:off x="7250040" y="1830600"/>
              <a:ext cx="893880" cy="1171440"/>
            </a:xfrm>
            <a:prstGeom prst="rect">
              <a:avLst/>
            </a:prstGeom>
            <a:solidFill>
              <a:schemeClr val="accent3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685800">
                <a:lnSpc>
                  <a:spcPct val="100000"/>
                </a:lnSpc>
              </a:pPr>
              <a:endParaRPr b="0" lang="en-US" sz="1350" strike="noStrike" u="none">
                <a:solidFill>
                  <a:srgbClr val="ffffff"/>
                </a:solidFill>
                <a:effectLst/>
                <a:uFillTx/>
                <a:latin typeface="Calibri"/>
              </a:endParaRPr>
            </a:p>
          </p:txBody>
        </p:sp>
        <p:sp>
          <p:nvSpPr>
            <p:cNvPr id="132" name="Rectangle 117"/>
            <p:cNvSpPr/>
            <p:nvPr/>
          </p:nvSpPr>
          <p:spPr>
            <a:xfrm>
              <a:off x="7250040" y="1830600"/>
              <a:ext cx="893880" cy="981360"/>
            </a:xfrm>
            <a:prstGeom prst="rect">
              <a:avLst/>
            </a:prstGeom>
            <a:solidFill>
              <a:schemeClr val="accent3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685800">
                <a:lnSpc>
                  <a:spcPct val="100000"/>
                </a:lnSpc>
              </a:pPr>
              <a:endParaRPr b="0" lang="en-US" sz="1350" strike="noStrike" u="none">
                <a:solidFill>
                  <a:srgbClr val="ffffff"/>
                </a:solidFill>
                <a:effectLst/>
                <a:uFillTx/>
                <a:latin typeface="Calibri"/>
              </a:endParaRPr>
            </a:p>
          </p:txBody>
        </p:sp>
        <p:sp>
          <p:nvSpPr>
            <p:cNvPr id="133" name="Rectangle 118"/>
            <p:cNvSpPr/>
            <p:nvPr/>
          </p:nvSpPr>
          <p:spPr>
            <a:xfrm>
              <a:off x="7250040" y="1830600"/>
              <a:ext cx="893880" cy="78804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685800">
                <a:lnSpc>
                  <a:spcPct val="100000"/>
                </a:lnSpc>
              </a:pPr>
              <a:endParaRPr b="0" lang="en-US" sz="1350" strike="noStrike" u="none">
                <a:solidFill>
                  <a:srgbClr val="ffffff"/>
                </a:solidFill>
                <a:effectLst/>
                <a:uFillTx/>
                <a:latin typeface="Calibri"/>
              </a:endParaRPr>
            </a:p>
          </p:txBody>
        </p:sp>
        <p:sp>
          <p:nvSpPr>
            <p:cNvPr id="134" name="Rectangle 119"/>
            <p:cNvSpPr/>
            <p:nvPr/>
          </p:nvSpPr>
          <p:spPr>
            <a:xfrm>
              <a:off x="8318520" y="1830600"/>
              <a:ext cx="893880" cy="1740600"/>
            </a:xfrm>
            <a:prstGeom prst="rect">
              <a:avLst/>
            </a:prstGeom>
            <a:solidFill>
              <a:schemeClr val="accent4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685800">
                <a:lnSpc>
                  <a:spcPct val="100000"/>
                </a:lnSpc>
              </a:pPr>
              <a:endParaRPr b="0" lang="en-US" sz="1350" strike="noStrike" u="none">
                <a:solidFill>
                  <a:srgbClr val="ffffff"/>
                </a:solidFill>
                <a:effectLst/>
                <a:uFillTx/>
                <a:latin typeface="Calibri"/>
              </a:endParaRPr>
            </a:p>
          </p:txBody>
        </p:sp>
        <p:sp>
          <p:nvSpPr>
            <p:cNvPr id="135" name="Rectangle 120"/>
            <p:cNvSpPr/>
            <p:nvPr/>
          </p:nvSpPr>
          <p:spPr>
            <a:xfrm>
              <a:off x="8318520" y="1830600"/>
              <a:ext cx="893880" cy="1550880"/>
            </a:xfrm>
            <a:prstGeom prst="rect">
              <a:avLst/>
            </a:prstGeom>
            <a:solidFill>
              <a:schemeClr val="accent4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685800">
                <a:lnSpc>
                  <a:spcPct val="100000"/>
                </a:lnSpc>
              </a:pPr>
              <a:endParaRPr b="0" lang="en-US" sz="1350" strike="noStrike" u="none">
                <a:solidFill>
                  <a:srgbClr val="ffffff"/>
                </a:solidFill>
                <a:effectLst/>
                <a:uFillTx/>
                <a:latin typeface="Calibri"/>
              </a:endParaRPr>
            </a:p>
          </p:txBody>
        </p:sp>
        <p:sp>
          <p:nvSpPr>
            <p:cNvPr id="136" name="Rectangle 121"/>
            <p:cNvSpPr/>
            <p:nvPr/>
          </p:nvSpPr>
          <p:spPr>
            <a:xfrm>
              <a:off x="8318520" y="1830600"/>
              <a:ext cx="893880" cy="1361160"/>
            </a:xfrm>
            <a:prstGeom prst="rect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685800">
                <a:lnSpc>
                  <a:spcPct val="100000"/>
                </a:lnSpc>
              </a:pPr>
              <a:endParaRPr b="0" lang="en-US" sz="1350" strike="noStrike" u="none">
                <a:solidFill>
                  <a:srgbClr val="ffffff"/>
                </a:solidFill>
                <a:effectLst/>
                <a:uFillTx/>
                <a:latin typeface="Calibri"/>
              </a:endParaRPr>
            </a:p>
          </p:txBody>
        </p:sp>
        <p:sp>
          <p:nvSpPr>
            <p:cNvPr id="137" name="Rectangle 122"/>
            <p:cNvSpPr/>
            <p:nvPr/>
          </p:nvSpPr>
          <p:spPr>
            <a:xfrm>
              <a:off x="8318520" y="1830600"/>
              <a:ext cx="893880" cy="1171440"/>
            </a:xfrm>
            <a:prstGeom prst="rect">
              <a:avLst/>
            </a:prstGeom>
            <a:solidFill>
              <a:schemeClr val="accent4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685800">
                <a:lnSpc>
                  <a:spcPct val="100000"/>
                </a:lnSpc>
              </a:pPr>
              <a:endParaRPr b="0" lang="en-US" sz="1350" strike="noStrike" u="none">
                <a:solidFill>
                  <a:srgbClr val="ffffff"/>
                </a:solidFill>
                <a:effectLst/>
                <a:uFillTx/>
                <a:latin typeface="Calibri"/>
              </a:endParaRPr>
            </a:p>
          </p:txBody>
        </p:sp>
        <p:sp>
          <p:nvSpPr>
            <p:cNvPr id="138" name="Rectangle 123"/>
            <p:cNvSpPr/>
            <p:nvPr/>
          </p:nvSpPr>
          <p:spPr>
            <a:xfrm>
              <a:off x="8318520" y="1830600"/>
              <a:ext cx="893880" cy="981360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685800">
                <a:lnSpc>
                  <a:spcPct val="100000"/>
                </a:lnSpc>
              </a:pPr>
              <a:endParaRPr b="0" lang="en-US" sz="1350" strike="noStrike" u="none">
                <a:solidFill>
                  <a:srgbClr val="ffffff"/>
                </a:solidFill>
                <a:effectLst/>
                <a:uFillTx/>
                <a:latin typeface="Calibri"/>
              </a:endParaRPr>
            </a:p>
          </p:txBody>
        </p:sp>
        <p:sp>
          <p:nvSpPr>
            <p:cNvPr id="139" name="Rectangle 124"/>
            <p:cNvSpPr/>
            <p:nvPr/>
          </p:nvSpPr>
          <p:spPr>
            <a:xfrm>
              <a:off x="8318520" y="1830600"/>
              <a:ext cx="893880" cy="78804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685800">
                <a:lnSpc>
                  <a:spcPct val="100000"/>
                </a:lnSpc>
              </a:pPr>
              <a:endParaRPr b="0" lang="en-US" sz="1350" strike="noStrike" u="none">
                <a:solidFill>
                  <a:srgbClr val="ffffff"/>
                </a:solidFill>
                <a:effectLst/>
                <a:uFillTx/>
                <a:latin typeface="Calibri"/>
              </a:endParaRPr>
            </a:p>
          </p:txBody>
        </p:sp>
        <p:sp>
          <p:nvSpPr>
            <p:cNvPr id="140" name="Rectangle 125"/>
            <p:cNvSpPr/>
            <p:nvPr/>
          </p:nvSpPr>
          <p:spPr>
            <a:xfrm>
              <a:off x="9387720" y="1830600"/>
              <a:ext cx="893520" cy="1740600"/>
            </a:xfrm>
            <a:prstGeom prst="rect">
              <a:avLst/>
            </a:prstGeom>
            <a:solidFill>
              <a:schemeClr val="accent5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685800">
                <a:lnSpc>
                  <a:spcPct val="100000"/>
                </a:lnSpc>
              </a:pPr>
              <a:endParaRPr b="0" lang="en-US" sz="1350" strike="noStrike" u="none">
                <a:solidFill>
                  <a:srgbClr val="ffffff"/>
                </a:solidFill>
                <a:effectLst/>
                <a:uFillTx/>
                <a:latin typeface="Calibri"/>
              </a:endParaRPr>
            </a:p>
          </p:txBody>
        </p:sp>
        <p:sp>
          <p:nvSpPr>
            <p:cNvPr id="141" name="Rectangle 126"/>
            <p:cNvSpPr/>
            <p:nvPr/>
          </p:nvSpPr>
          <p:spPr>
            <a:xfrm>
              <a:off x="9387720" y="1830600"/>
              <a:ext cx="893520" cy="1550880"/>
            </a:xfrm>
            <a:prstGeom prst="rect">
              <a:avLst/>
            </a:prstGeom>
            <a:solidFill>
              <a:schemeClr val="accent5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685800">
                <a:lnSpc>
                  <a:spcPct val="100000"/>
                </a:lnSpc>
              </a:pPr>
              <a:endParaRPr b="0" lang="en-US" sz="1350" strike="noStrike" u="none">
                <a:solidFill>
                  <a:srgbClr val="ffffff"/>
                </a:solidFill>
                <a:effectLst/>
                <a:uFillTx/>
                <a:latin typeface="Calibri"/>
              </a:endParaRPr>
            </a:p>
          </p:txBody>
        </p:sp>
        <p:sp>
          <p:nvSpPr>
            <p:cNvPr id="142" name="Rectangle 127"/>
            <p:cNvSpPr/>
            <p:nvPr/>
          </p:nvSpPr>
          <p:spPr>
            <a:xfrm>
              <a:off x="9387720" y="1830600"/>
              <a:ext cx="893520" cy="1361160"/>
            </a:xfrm>
            <a:prstGeom prst="rect">
              <a:avLst/>
            </a:prstGeom>
            <a:solidFill>
              <a:schemeClr val="accent5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685800">
                <a:lnSpc>
                  <a:spcPct val="100000"/>
                </a:lnSpc>
              </a:pPr>
              <a:endParaRPr b="0" lang="en-US" sz="1350" strike="noStrike" u="none">
                <a:solidFill>
                  <a:srgbClr val="ffffff"/>
                </a:solidFill>
                <a:effectLst/>
                <a:uFillTx/>
                <a:latin typeface="Calibri"/>
              </a:endParaRPr>
            </a:p>
          </p:txBody>
        </p:sp>
        <p:sp>
          <p:nvSpPr>
            <p:cNvPr id="143" name="Rectangle 128"/>
            <p:cNvSpPr/>
            <p:nvPr/>
          </p:nvSpPr>
          <p:spPr>
            <a:xfrm>
              <a:off x="9387720" y="1830600"/>
              <a:ext cx="893520" cy="1171440"/>
            </a:xfrm>
            <a:prstGeom prst="rect">
              <a:avLst/>
            </a:prstGeom>
            <a:solidFill>
              <a:schemeClr val="accent5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685800">
                <a:lnSpc>
                  <a:spcPct val="100000"/>
                </a:lnSpc>
              </a:pPr>
              <a:endParaRPr b="0" lang="en-US" sz="1350" strike="noStrike" u="none">
                <a:solidFill>
                  <a:srgbClr val="ffffff"/>
                </a:solidFill>
                <a:effectLst/>
                <a:uFillTx/>
                <a:latin typeface="Calibri"/>
              </a:endParaRPr>
            </a:p>
          </p:txBody>
        </p:sp>
        <p:sp>
          <p:nvSpPr>
            <p:cNvPr id="144" name="Rectangle 129"/>
            <p:cNvSpPr/>
            <p:nvPr/>
          </p:nvSpPr>
          <p:spPr>
            <a:xfrm>
              <a:off x="9387720" y="1830600"/>
              <a:ext cx="893520" cy="981360"/>
            </a:xfrm>
            <a:prstGeom prst="rect">
              <a:avLst/>
            </a:prstGeom>
            <a:solidFill>
              <a:schemeClr val="accent5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685800">
                <a:lnSpc>
                  <a:spcPct val="100000"/>
                </a:lnSpc>
              </a:pPr>
              <a:endParaRPr b="0" lang="en-US" sz="1350" strike="noStrike" u="none">
                <a:solidFill>
                  <a:srgbClr val="ffffff"/>
                </a:solidFill>
                <a:effectLst/>
                <a:uFillTx/>
                <a:latin typeface="Calibri"/>
              </a:endParaRPr>
            </a:p>
          </p:txBody>
        </p:sp>
        <p:sp>
          <p:nvSpPr>
            <p:cNvPr id="145" name="Rectangle 130"/>
            <p:cNvSpPr/>
            <p:nvPr/>
          </p:nvSpPr>
          <p:spPr>
            <a:xfrm>
              <a:off x="9387720" y="1830600"/>
              <a:ext cx="893520" cy="788040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685800">
                <a:lnSpc>
                  <a:spcPct val="100000"/>
                </a:lnSpc>
              </a:pPr>
              <a:endParaRPr b="0" lang="en-US" sz="1350" strike="noStrike" u="none">
                <a:solidFill>
                  <a:srgbClr val="ffffff"/>
                </a:solidFill>
                <a:effectLst/>
                <a:uFillTx/>
                <a:latin typeface="Calibri"/>
              </a:endParaRPr>
            </a:p>
          </p:txBody>
        </p:sp>
        <p:sp>
          <p:nvSpPr>
            <p:cNvPr id="146" name="Rectangle 131"/>
            <p:cNvSpPr/>
            <p:nvPr/>
          </p:nvSpPr>
          <p:spPr>
            <a:xfrm>
              <a:off x="10456200" y="1830600"/>
              <a:ext cx="893520" cy="1740600"/>
            </a:xfrm>
            <a:prstGeom prst="rect">
              <a:avLst/>
            </a:prstGeom>
            <a:solidFill>
              <a:schemeClr val="accent6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685800">
                <a:lnSpc>
                  <a:spcPct val="100000"/>
                </a:lnSpc>
              </a:pPr>
              <a:endParaRPr b="0" lang="en-US" sz="1350" strike="noStrike" u="none">
                <a:solidFill>
                  <a:srgbClr val="ffffff"/>
                </a:solidFill>
                <a:effectLst/>
                <a:uFillTx/>
                <a:latin typeface="Calibri"/>
              </a:endParaRPr>
            </a:p>
          </p:txBody>
        </p:sp>
        <p:sp>
          <p:nvSpPr>
            <p:cNvPr id="147" name="Rectangle 132"/>
            <p:cNvSpPr/>
            <p:nvPr/>
          </p:nvSpPr>
          <p:spPr>
            <a:xfrm>
              <a:off x="10456200" y="1830600"/>
              <a:ext cx="893520" cy="1550880"/>
            </a:xfrm>
            <a:prstGeom prst="rect">
              <a:avLst/>
            </a:prstGeom>
            <a:solidFill>
              <a:schemeClr val="accent6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685800">
                <a:lnSpc>
                  <a:spcPct val="100000"/>
                </a:lnSpc>
              </a:pPr>
              <a:endParaRPr b="0" lang="en-US" sz="1350" strike="noStrike" u="none">
                <a:solidFill>
                  <a:srgbClr val="ffffff"/>
                </a:solidFill>
                <a:effectLst/>
                <a:uFillTx/>
                <a:latin typeface="Calibri"/>
              </a:endParaRPr>
            </a:p>
          </p:txBody>
        </p:sp>
        <p:sp>
          <p:nvSpPr>
            <p:cNvPr id="148" name="Rectangle 133"/>
            <p:cNvSpPr/>
            <p:nvPr/>
          </p:nvSpPr>
          <p:spPr>
            <a:xfrm>
              <a:off x="10456200" y="1830600"/>
              <a:ext cx="893520" cy="1361160"/>
            </a:xfrm>
            <a:prstGeom prst="rect">
              <a:avLst/>
            </a:prstGeom>
            <a:solidFill>
              <a:schemeClr val="accent6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685800">
                <a:lnSpc>
                  <a:spcPct val="100000"/>
                </a:lnSpc>
              </a:pPr>
              <a:endParaRPr b="0" lang="en-US" sz="1350" strike="noStrike" u="none">
                <a:solidFill>
                  <a:srgbClr val="ffffff"/>
                </a:solidFill>
                <a:effectLst/>
                <a:uFillTx/>
                <a:latin typeface="Calibri"/>
              </a:endParaRPr>
            </a:p>
          </p:txBody>
        </p:sp>
        <p:sp>
          <p:nvSpPr>
            <p:cNvPr id="149" name="Rectangle 134"/>
            <p:cNvSpPr/>
            <p:nvPr/>
          </p:nvSpPr>
          <p:spPr>
            <a:xfrm>
              <a:off x="10456200" y="1830600"/>
              <a:ext cx="893520" cy="1171440"/>
            </a:xfrm>
            <a:prstGeom prst="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685800">
                <a:lnSpc>
                  <a:spcPct val="100000"/>
                </a:lnSpc>
              </a:pPr>
              <a:endParaRPr b="0" lang="en-US" sz="1350" strike="noStrike" u="none">
                <a:solidFill>
                  <a:srgbClr val="ffffff"/>
                </a:solidFill>
                <a:effectLst/>
                <a:uFillTx/>
                <a:latin typeface="Calibri"/>
              </a:endParaRPr>
            </a:p>
          </p:txBody>
        </p:sp>
        <p:sp>
          <p:nvSpPr>
            <p:cNvPr id="150" name="Rectangle 135"/>
            <p:cNvSpPr/>
            <p:nvPr/>
          </p:nvSpPr>
          <p:spPr>
            <a:xfrm>
              <a:off x="10456200" y="1830600"/>
              <a:ext cx="893520" cy="981360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685800">
                <a:lnSpc>
                  <a:spcPct val="100000"/>
                </a:lnSpc>
              </a:pPr>
              <a:endParaRPr b="0" lang="en-US" sz="1350" strike="noStrike" u="none">
                <a:solidFill>
                  <a:srgbClr val="ffffff"/>
                </a:solidFill>
                <a:effectLst/>
                <a:uFillTx/>
                <a:latin typeface="Calibri"/>
              </a:endParaRPr>
            </a:p>
          </p:txBody>
        </p:sp>
        <p:sp>
          <p:nvSpPr>
            <p:cNvPr id="151" name="Rectangle 136"/>
            <p:cNvSpPr/>
            <p:nvPr/>
          </p:nvSpPr>
          <p:spPr>
            <a:xfrm>
              <a:off x="10456200" y="1830600"/>
              <a:ext cx="893520" cy="788040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685800">
                <a:lnSpc>
                  <a:spcPct val="100000"/>
                </a:lnSpc>
              </a:pPr>
              <a:endParaRPr b="0" lang="en-US" sz="1350" strike="noStrike" u="none">
                <a:solidFill>
                  <a:srgbClr val="ffffff"/>
                </a:solidFill>
                <a:effectLst/>
                <a:uFillTx/>
                <a:latin typeface="Calibri"/>
              </a:endParaRPr>
            </a:p>
          </p:txBody>
        </p:sp>
      </p:grp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 Slide">
    <p:bg>
      <p:bgPr>
        <a:gradFill rotWithShape="0">
          <a:gsLst>
            <a:gs pos="0">
              <a:srgbClr val="253848"/>
            </a:gs>
            <a:gs pos="100000">
              <a:srgbClr val="134163"/>
            </a:gs>
          </a:gsLst>
          <a:lin ang="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Rectangle 6"/>
          <p:cNvSpPr/>
          <p:nvPr/>
        </p:nvSpPr>
        <p:spPr>
          <a:xfrm>
            <a:off x="-11880" y="7007400"/>
            <a:ext cx="1665720" cy="280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100" strike="noStrike" u="none">
                <a:solidFill>
                  <a:schemeClr val="accent1"/>
                </a:solidFill>
                <a:effectLst/>
                <a:uFillTx/>
                <a:latin typeface="Open Sans"/>
              </a:rPr>
              <a:t>© </a:t>
            </a:r>
            <a:r>
              <a:rPr b="0" lang="en-US" sz="1100" strike="noStrike" u="none">
                <a:solidFill>
                  <a:schemeClr val="accent1"/>
                </a:solidFill>
                <a:effectLst/>
                <a:uFillTx/>
                <a:latin typeface="Open Sans"/>
                <a:hlinkClick r:id="rId2"/>
              </a:rPr>
              <a:t>presentationgo.com</a:t>
            </a:r>
            <a:endParaRPr b="0" lang="en-US" sz="11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grpSp>
        <p:nvGrpSpPr>
          <p:cNvPr id="153" name="Group 7"/>
          <p:cNvGrpSpPr/>
          <p:nvPr/>
        </p:nvGrpSpPr>
        <p:grpSpPr>
          <a:xfrm>
            <a:off x="-1653840" y="-16560"/>
            <a:ext cx="1564200" cy="608760"/>
            <a:chOff x="-1653840" y="-16560"/>
            <a:chExt cx="1564200" cy="608760"/>
          </a:xfrm>
        </p:grpSpPr>
        <p:sp>
          <p:nvSpPr>
            <p:cNvPr id="154" name="TextBox 8"/>
            <p:cNvSpPr/>
            <p:nvPr/>
          </p:nvSpPr>
          <p:spPr>
            <a:xfrm>
              <a:off x="-1653840" y="-16560"/>
              <a:ext cx="361440" cy="2430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t">
              <a:spAutoFit/>
            </a:bodyPr>
            <a:p>
              <a:pPr defTabSz="457200">
                <a:lnSpc>
                  <a:spcPct val="100000"/>
                </a:lnSpc>
              </a:pPr>
              <a:r>
                <a:rPr b="0" lang="en-US" sz="1000" strike="noStrike" u="none">
                  <a:solidFill>
                    <a:schemeClr val="dk1"/>
                  </a:solidFill>
                  <a:effectLst/>
                  <a:uFillTx/>
                  <a:latin typeface="Open Sans"/>
                  <a:ea typeface="Open Sans"/>
                </a:rPr>
                <a:t>By:</a:t>
              </a:r>
              <a:endParaRPr b="0" lang="en-US" sz="10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55" name="TextBox 9"/>
            <p:cNvSpPr/>
            <p:nvPr/>
          </p:nvSpPr>
          <p:spPr>
            <a:xfrm>
              <a:off x="-559800" y="349200"/>
              <a:ext cx="470160" cy="2430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t">
              <a:spAutoFit/>
            </a:bodyPr>
            <a:p>
              <a:pPr defTabSz="457200">
                <a:lnSpc>
                  <a:spcPct val="100000"/>
                </a:lnSpc>
              </a:pPr>
              <a:r>
                <a:rPr b="0" lang="en-US" sz="1000" strike="noStrike" u="none">
                  <a:solidFill>
                    <a:schemeClr val="dk1"/>
                  </a:solidFill>
                  <a:effectLst/>
                  <a:uFillTx/>
                  <a:latin typeface="Open Sans"/>
                  <a:ea typeface="Open Sans"/>
                </a:rPr>
                <a:t>.com</a:t>
              </a:r>
              <a:endParaRPr b="0" lang="en-US" sz="10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pic>
          <p:nvPicPr>
            <p:cNvPr id="156" name="Picture 10" descr=""/>
            <p:cNvPicPr/>
            <p:nvPr/>
          </p:nvPicPr>
          <p:blipFill>
            <a:blip r:embed="rId3"/>
            <a:stretch/>
          </p:blipFill>
          <p:spPr>
            <a:xfrm>
              <a:off x="-1576080" y="196560"/>
              <a:ext cx="1404360" cy="185760"/>
            </a:xfrm>
            <a:prstGeom prst="rect">
              <a:avLst/>
            </a:prstGeom>
            <a:noFill/>
            <a:ln w="0">
              <a:noFill/>
            </a:ln>
          </p:spPr>
        </p:pic>
      </p:grpSp>
      <p:sp>
        <p:nvSpPr>
          <p:cNvPr id="157" name="PlaceHolder 1"/>
          <p:cNvSpPr>
            <a:spLocks noGrp="1"/>
          </p:cNvSpPr>
          <p:nvPr>
            <p:ph type="title"/>
          </p:nvPr>
        </p:nvSpPr>
        <p:spPr>
          <a:xfrm>
            <a:off x="608760" y="273600"/>
            <a:ext cx="1096956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the title text format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58" name="PlaceHolder 2"/>
          <p:cNvSpPr>
            <a:spLocks noGrp="1"/>
          </p:cNvSpPr>
          <p:nvPr>
            <p:ph type="body"/>
          </p:nvPr>
        </p:nvSpPr>
        <p:spPr>
          <a:xfrm>
            <a:off x="608760" y="1604520"/>
            <a:ext cx="1096956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2800" strike="noStrike" u="none">
                <a:solidFill>
                  <a:schemeClr val="lt1"/>
                </a:solidFill>
                <a:effectLst/>
                <a:uFillTx/>
                <a:latin typeface="Calibri"/>
              </a:rPr>
              <a:t>Click to edit the outline text format</a:t>
            </a:r>
            <a:endParaRPr b="0" lang="en-US" sz="2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  <a:p>
            <a:pPr lvl="1" marL="864000" indent="-324000">
              <a:lnSpc>
                <a:spcPct val="90000"/>
              </a:lnSpc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2000" strike="noStrike" u="none">
                <a:solidFill>
                  <a:schemeClr val="lt1"/>
                </a:solidFill>
                <a:effectLst/>
                <a:uFillTx/>
                <a:latin typeface="Calibri"/>
              </a:rPr>
              <a:t>Second Outline Level</a:t>
            </a:r>
            <a:endParaRPr b="0" lang="en-US" sz="20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  <a:p>
            <a:pPr lvl="2" marL="1296000" indent="-288000">
              <a:lnSpc>
                <a:spcPct val="90000"/>
              </a:lnSpc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chemeClr val="lt1"/>
                </a:solidFill>
                <a:effectLst/>
                <a:uFillTx/>
                <a:latin typeface="Calibri"/>
              </a:rPr>
              <a:t>Third Outline Level</a:t>
            </a: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  <a:p>
            <a:pPr lvl="3" marL="1728000" indent="-216000">
              <a:lnSpc>
                <a:spcPct val="90000"/>
              </a:lnSpc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chemeClr val="lt1"/>
                </a:solidFill>
                <a:effectLst/>
                <a:uFillTx/>
                <a:latin typeface="Calibri"/>
              </a:rPr>
              <a:t>Fourth Outline Level</a:t>
            </a: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  <a:p>
            <a:pPr lvl="4" marL="2160000" indent="-216000">
              <a:lnSpc>
                <a:spcPct val="9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chemeClr val="lt1"/>
                </a:solidFill>
                <a:effectLst/>
                <a:uFillTx/>
                <a:latin typeface="Calibri"/>
              </a:rPr>
              <a:t>Fifth Outline Level</a:t>
            </a:r>
            <a:endParaRPr b="0" lang="en-US" sz="20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  <a:p>
            <a:pPr lvl="5" marL="2592000" indent="-216000">
              <a:lnSpc>
                <a:spcPct val="9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chemeClr val="lt1"/>
                </a:solidFill>
                <a:effectLst/>
                <a:uFillTx/>
                <a:latin typeface="Calibri"/>
              </a:rPr>
              <a:t>Sixth Outline Level</a:t>
            </a:r>
            <a:endParaRPr b="0" lang="en-US" sz="20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  <a:p>
            <a:pPr lvl="6" marL="3024000" indent="-216000">
              <a:lnSpc>
                <a:spcPct val="9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chemeClr val="lt1"/>
                </a:solidFill>
                <a:effectLst/>
                <a:uFillTx/>
                <a:latin typeface="Calibri"/>
              </a:rPr>
              <a:t>Seventh Outline Level</a:t>
            </a:r>
            <a:endParaRPr b="0" lang="en-US" sz="20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1_Title and Content 1">
    <p:bg>
      <p:bgPr>
        <a:gradFill rotWithShape="0">
          <a:gsLst>
            <a:gs pos="0">
              <a:srgbClr val="253848"/>
            </a:gs>
            <a:gs pos="100000">
              <a:srgbClr val="134163"/>
            </a:gs>
          </a:gsLst>
          <a:lin ang="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Rectangle 6"/>
          <p:cNvSpPr/>
          <p:nvPr/>
        </p:nvSpPr>
        <p:spPr>
          <a:xfrm>
            <a:off x="-11880" y="7007400"/>
            <a:ext cx="1665720" cy="280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100" strike="noStrike" u="none">
                <a:solidFill>
                  <a:schemeClr val="accent1"/>
                </a:solidFill>
                <a:effectLst/>
                <a:uFillTx/>
                <a:latin typeface="Open Sans"/>
              </a:rPr>
              <a:t>© </a:t>
            </a:r>
            <a:r>
              <a:rPr b="0" lang="en-US" sz="1100" strike="noStrike" u="none">
                <a:solidFill>
                  <a:schemeClr val="accent1"/>
                </a:solidFill>
                <a:effectLst/>
                <a:uFillTx/>
                <a:latin typeface="Open Sans"/>
                <a:hlinkClick r:id="rId2"/>
              </a:rPr>
              <a:t>presentationgo.com</a:t>
            </a:r>
            <a:endParaRPr b="0" lang="en-US" sz="11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grpSp>
        <p:nvGrpSpPr>
          <p:cNvPr id="168" name="Group 7"/>
          <p:cNvGrpSpPr/>
          <p:nvPr/>
        </p:nvGrpSpPr>
        <p:grpSpPr>
          <a:xfrm>
            <a:off x="-1653840" y="-16560"/>
            <a:ext cx="1564200" cy="608760"/>
            <a:chOff x="-1653840" y="-16560"/>
            <a:chExt cx="1564200" cy="608760"/>
          </a:xfrm>
        </p:grpSpPr>
        <p:sp>
          <p:nvSpPr>
            <p:cNvPr id="169" name="TextBox 8"/>
            <p:cNvSpPr/>
            <p:nvPr/>
          </p:nvSpPr>
          <p:spPr>
            <a:xfrm>
              <a:off x="-1653840" y="-16560"/>
              <a:ext cx="361440" cy="2430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t">
              <a:spAutoFit/>
            </a:bodyPr>
            <a:p>
              <a:pPr defTabSz="457200">
                <a:lnSpc>
                  <a:spcPct val="100000"/>
                </a:lnSpc>
              </a:pPr>
              <a:r>
                <a:rPr b="0" lang="en-US" sz="1000" strike="noStrike" u="none">
                  <a:solidFill>
                    <a:schemeClr val="dk1"/>
                  </a:solidFill>
                  <a:effectLst/>
                  <a:uFillTx/>
                  <a:latin typeface="Open Sans"/>
                  <a:ea typeface="Open Sans"/>
                </a:rPr>
                <a:t>By:</a:t>
              </a:r>
              <a:endParaRPr b="0" lang="en-US" sz="10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70" name="TextBox 9"/>
            <p:cNvSpPr/>
            <p:nvPr/>
          </p:nvSpPr>
          <p:spPr>
            <a:xfrm>
              <a:off x="-559800" y="349200"/>
              <a:ext cx="470160" cy="2430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t">
              <a:spAutoFit/>
            </a:bodyPr>
            <a:p>
              <a:pPr defTabSz="457200">
                <a:lnSpc>
                  <a:spcPct val="100000"/>
                </a:lnSpc>
              </a:pPr>
              <a:r>
                <a:rPr b="0" lang="en-US" sz="1000" strike="noStrike" u="none">
                  <a:solidFill>
                    <a:schemeClr val="dk1"/>
                  </a:solidFill>
                  <a:effectLst/>
                  <a:uFillTx/>
                  <a:latin typeface="Open Sans"/>
                  <a:ea typeface="Open Sans"/>
                </a:rPr>
                <a:t>.com</a:t>
              </a:r>
              <a:endParaRPr b="0" lang="en-US" sz="10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pic>
          <p:nvPicPr>
            <p:cNvPr id="171" name="Picture 10" descr=""/>
            <p:cNvPicPr/>
            <p:nvPr/>
          </p:nvPicPr>
          <p:blipFill>
            <a:blip r:embed="rId3"/>
            <a:stretch/>
          </p:blipFill>
          <p:spPr>
            <a:xfrm>
              <a:off x="-1576080" y="196560"/>
              <a:ext cx="1404360" cy="185760"/>
            </a:xfrm>
            <a:prstGeom prst="rect">
              <a:avLst/>
            </a:prstGeom>
            <a:noFill/>
            <a:ln w="0">
              <a:noFill/>
            </a:ln>
          </p:spPr>
        </p:pic>
      </p:grpSp>
      <p:grpSp>
        <p:nvGrpSpPr>
          <p:cNvPr id="172" name="Group 9"/>
          <p:cNvGrpSpPr/>
          <p:nvPr/>
        </p:nvGrpSpPr>
        <p:grpSpPr>
          <a:xfrm>
            <a:off x="8896320" y="-32760"/>
            <a:ext cx="3313800" cy="3865680"/>
            <a:chOff x="8896320" y="-32760"/>
            <a:chExt cx="3313800" cy="3865680"/>
          </a:xfrm>
        </p:grpSpPr>
        <p:sp>
          <p:nvSpPr>
            <p:cNvPr id="173" name="Shape"/>
            <p:cNvSpPr/>
            <p:nvPr/>
          </p:nvSpPr>
          <p:spPr>
            <a:xfrm>
              <a:off x="8898120" y="1800"/>
              <a:ext cx="3290760" cy="2485080"/>
            </a:xfrm>
            <a:custGeom>
              <a:avLst/>
              <a:gdLst>
                <a:gd name="textAreaLeft" fmla="*/ 0 w 3290760"/>
                <a:gd name="textAreaRight" fmla="*/ 3291120 w 3290760"/>
                <a:gd name="textAreaTop" fmla="*/ 0 h 2485080"/>
                <a:gd name="textAreaBottom" fmla="*/ 2485440 h 2485080"/>
                <a:gd name="GluePoint1X" fmla="logwidth/2"/>
                <a:gd name="GluePoint1Y" fmla="logheight/2"/>
                <a:gd name="GluePoint2X" fmla="logwidth/2"/>
                <a:gd name="GluePoint2Y" fmla="logheight/2"/>
                <a:gd name="GluePoint3X" fmla="logwidth/2"/>
                <a:gd name="GluePoint3Y" fmla="logheight/2"/>
                <a:gd name="GluePoint4X" fmla="logwidth/2"/>
                <a:gd name="GluePoint4Y" fmla="logheight/2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21600" h="21600">
                  <a:moveTo>
                    <a:pt x="0" y="0"/>
                  </a:moveTo>
                  <a:lnTo>
                    <a:pt x="6033" y="9525"/>
                  </a:lnTo>
                  <a:lnTo>
                    <a:pt x="13358" y="7583"/>
                  </a:lnTo>
                  <a:lnTo>
                    <a:pt x="21600" y="21600"/>
                  </a:lnTo>
                  <a:lnTo>
                    <a:pt x="21600" y="0"/>
                  </a:lnTo>
                  <a:close/>
                </a:path>
              </a:pathLst>
            </a:custGeom>
            <a:gradFill rotWithShape="0">
              <a:gsLst>
                <a:gs pos="0">
                  <a:srgbClr val="338088"/>
                </a:gs>
                <a:gs pos="48000">
                  <a:srgbClr val="5db8c2"/>
                </a:gs>
                <a:gs pos="100000">
                  <a:srgbClr val="9bd3d9"/>
                </a:gs>
              </a:gsLst>
              <a:lin ang="10800000"/>
            </a:gradFill>
            <a:ln w="1270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38160" rIns="38160" tIns="38160" bIns="38160" anchor="ctr">
              <a:noAutofit/>
            </a:bodyPr>
            <a:p>
              <a:endParaRPr b="0" lang="en-US" sz="3000" strike="noStrike" u="none">
                <a:solidFill>
                  <a:srgbClr val="ffffff"/>
                </a:solidFill>
                <a:effectLst/>
                <a:uFillTx/>
                <a:latin typeface="Calibri"/>
              </a:endParaRPr>
            </a:p>
          </p:txBody>
        </p:sp>
        <p:sp>
          <p:nvSpPr>
            <p:cNvPr id="174" name="Shape"/>
            <p:cNvSpPr/>
            <p:nvPr/>
          </p:nvSpPr>
          <p:spPr>
            <a:xfrm>
              <a:off x="8896320" y="-32760"/>
              <a:ext cx="3313800" cy="3865680"/>
            </a:xfrm>
            <a:custGeom>
              <a:avLst/>
              <a:gdLst>
                <a:gd name="textAreaLeft" fmla="*/ 0 w 3313800"/>
                <a:gd name="textAreaRight" fmla="*/ 3314160 w 3313800"/>
                <a:gd name="textAreaTop" fmla="*/ 0 h 3865680"/>
                <a:gd name="textAreaBottom" fmla="*/ 3866040 h 3865680"/>
                <a:gd name="GluePoint1X" fmla="logwidth/2"/>
                <a:gd name="GluePoint1Y" fmla="logheight/2"/>
                <a:gd name="GluePoint2X" fmla="logwidth/2"/>
                <a:gd name="GluePoint2Y" fmla="logheight/2"/>
                <a:gd name="GluePoint3X" fmla="logwidth/2"/>
                <a:gd name="GluePoint3Y" fmla="logheight/2"/>
                <a:gd name="GluePoint4X" fmla="logwidth/2"/>
                <a:gd name="GluePoint4Y" fmla="logheight/2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21600" h="21600">
                  <a:moveTo>
                    <a:pt x="12430" y="11304"/>
                  </a:moveTo>
                  <a:lnTo>
                    <a:pt x="21600" y="14064"/>
                  </a:lnTo>
                  <a:lnTo>
                    <a:pt x="13498" y="5145"/>
                  </a:lnTo>
                  <a:cubicBezTo>
                    <a:pt x="13531" y="5102"/>
                    <a:pt x="13548" y="5045"/>
                    <a:pt x="13556" y="4988"/>
                  </a:cubicBezTo>
                  <a:lnTo>
                    <a:pt x="21484" y="4329"/>
                  </a:lnTo>
                  <a:lnTo>
                    <a:pt x="21476" y="4258"/>
                  </a:lnTo>
                  <a:lnTo>
                    <a:pt x="13548" y="4917"/>
                  </a:lnTo>
                  <a:cubicBezTo>
                    <a:pt x="13531" y="4839"/>
                    <a:pt x="13481" y="4768"/>
                    <a:pt x="13415" y="4726"/>
                  </a:cubicBezTo>
                  <a:lnTo>
                    <a:pt x="14905" y="43"/>
                  </a:lnTo>
                  <a:lnTo>
                    <a:pt x="14822" y="21"/>
                  </a:lnTo>
                  <a:lnTo>
                    <a:pt x="13332" y="4683"/>
                  </a:lnTo>
                  <a:cubicBezTo>
                    <a:pt x="13283" y="4662"/>
                    <a:pt x="13225" y="4648"/>
                    <a:pt x="13159" y="4648"/>
                  </a:cubicBezTo>
                  <a:cubicBezTo>
                    <a:pt x="13059" y="4648"/>
                    <a:pt x="12968" y="4683"/>
                    <a:pt x="12902" y="4733"/>
                  </a:cubicBezTo>
                  <a:lnTo>
                    <a:pt x="3964" y="0"/>
                  </a:lnTo>
                  <a:lnTo>
                    <a:pt x="3923" y="64"/>
                  </a:lnTo>
                  <a:lnTo>
                    <a:pt x="12852" y="4790"/>
                  </a:lnTo>
                  <a:cubicBezTo>
                    <a:pt x="12811" y="4847"/>
                    <a:pt x="12786" y="4910"/>
                    <a:pt x="12786" y="4981"/>
                  </a:cubicBezTo>
                  <a:cubicBezTo>
                    <a:pt x="12786" y="4996"/>
                    <a:pt x="12786" y="5017"/>
                    <a:pt x="12794" y="5031"/>
                  </a:cubicBezTo>
                  <a:lnTo>
                    <a:pt x="6290" y="6145"/>
                  </a:lnTo>
                  <a:cubicBezTo>
                    <a:pt x="6223" y="6046"/>
                    <a:pt x="6099" y="5982"/>
                    <a:pt x="5959" y="5982"/>
                  </a:cubicBezTo>
                  <a:cubicBezTo>
                    <a:pt x="5917" y="5982"/>
                    <a:pt x="5884" y="5989"/>
                    <a:pt x="5843" y="5996"/>
                  </a:cubicBezTo>
                  <a:lnTo>
                    <a:pt x="66" y="85"/>
                  </a:lnTo>
                  <a:lnTo>
                    <a:pt x="0" y="128"/>
                  </a:lnTo>
                  <a:lnTo>
                    <a:pt x="5760" y="6024"/>
                  </a:lnTo>
                  <a:cubicBezTo>
                    <a:pt x="5644" y="6081"/>
                    <a:pt x="5570" y="6188"/>
                    <a:pt x="5570" y="6308"/>
                  </a:cubicBezTo>
                  <a:cubicBezTo>
                    <a:pt x="5570" y="6493"/>
                    <a:pt x="5743" y="6635"/>
                    <a:pt x="5950" y="6635"/>
                  </a:cubicBezTo>
                  <a:cubicBezTo>
                    <a:pt x="6157" y="6635"/>
                    <a:pt x="6331" y="6486"/>
                    <a:pt x="6331" y="6308"/>
                  </a:cubicBezTo>
                  <a:cubicBezTo>
                    <a:pt x="6331" y="6273"/>
                    <a:pt x="6323" y="6244"/>
                    <a:pt x="6314" y="6209"/>
                  </a:cubicBezTo>
                  <a:lnTo>
                    <a:pt x="12811" y="5095"/>
                  </a:lnTo>
                  <a:cubicBezTo>
                    <a:pt x="12869" y="5216"/>
                    <a:pt x="13001" y="5308"/>
                    <a:pt x="13167" y="5308"/>
                  </a:cubicBezTo>
                  <a:cubicBezTo>
                    <a:pt x="13175" y="5308"/>
                    <a:pt x="13175" y="5308"/>
                    <a:pt x="13183" y="5308"/>
                  </a:cubicBezTo>
                  <a:lnTo>
                    <a:pt x="12099" y="10835"/>
                  </a:lnTo>
                  <a:cubicBezTo>
                    <a:pt x="12091" y="10835"/>
                    <a:pt x="12083" y="10835"/>
                    <a:pt x="12074" y="10835"/>
                  </a:cubicBezTo>
                  <a:cubicBezTo>
                    <a:pt x="11859" y="10835"/>
                    <a:pt x="11694" y="10984"/>
                    <a:pt x="11694" y="11162"/>
                  </a:cubicBezTo>
                  <a:cubicBezTo>
                    <a:pt x="11694" y="11339"/>
                    <a:pt x="11868" y="11488"/>
                    <a:pt x="12074" y="11488"/>
                  </a:cubicBezTo>
                  <a:cubicBezTo>
                    <a:pt x="12149" y="11488"/>
                    <a:pt x="12215" y="11467"/>
                    <a:pt x="12273" y="11439"/>
                  </a:cubicBezTo>
                  <a:lnTo>
                    <a:pt x="21443" y="21600"/>
                  </a:lnTo>
                  <a:lnTo>
                    <a:pt x="21509" y="21557"/>
                  </a:lnTo>
                  <a:lnTo>
                    <a:pt x="12348" y="11396"/>
                  </a:lnTo>
                  <a:cubicBezTo>
                    <a:pt x="12389" y="11375"/>
                    <a:pt x="12414" y="11339"/>
                    <a:pt x="12430" y="11304"/>
                  </a:cubicBezTo>
                  <a:close/>
                  <a:moveTo>
                    <a:pt x="13283" y="5294"/>
                  </a:moveTo>
                  <a:cubicBezTo>
                    <a:pt x="13349" y="5279"/>
                    <a:pt x="13407" y="5244"/>
                    <a:pt x="13457" y="5208"/>
                  </a:cubicBezTo>
                  <a:lnTo>
                    <a:pt x="21368" y="13922"/>
                  </a:lnTo>
                  <a:lnTo>
                    <a:pt x="12463" y="11240"/>
                  </a:lnTo>
                  <a:cubicBezTo>
                    <a:pt x="12472" y="11219"/>
                    <a:pt x="12472" y="11190"/>
                    <a:pt x="12472" y="11162"/>
                  </a:cubicBezTo>
                  <a:cubicBezTo>
                    <a:pt x="12472" y="11013"/>
                    <a:pt x="12356" y="10885"/>
                    <a:pt x="12190" y="10850"/>
                  </a:cubicBezTo>
                  <a:lnTo>
                    <a:pt x="13283" y="5294"/>
                  </a:lnTo>
                  <a:close/>
                </a:path>
              </a:pathLst>
            </a:custGeom>
            <a:solidFill>
              <a:schemeClr val="bg1"/>
            </a:solidFill>
            <a:ln w="1270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38160" rIns="38160" tIns="38160" bIns="38160" anchor="ctr">
              <a:noAutofit/>
            </a:bodyPr>
            <a:p>
              <a:endParaRPr b="0" lang="en-US" sz="3000" strike="noStrike" u="none">
                <a:solidFill>
                  <a:srgbClr val="ffffff"/>
                </a:solidFill>
                <a:effectLst/>
                <a:uFillTx/>
                <a:latin typeface="Calibri"/>
              </a:endParaRPr>
            </a:p>
          </p:txBody>
        </p:sp>
      </p:grpSp>
      <p:sp>
        <p:nvSpPr>
          <p:cNvPr id="175" name="PlaceHolder 1"/>
          <p:cNvSpPr>
            <a:spLocks noGrp="1"/>
          </p:cNvSpPr>
          <p:nvPr>
            <p:ph type="title"/>
          </p:nvPr>
        </p:nvSpPr>
        <p:spPr>
          <a:xfrm>
            <a:off x="837360" y="365040"/>
            <a:ext cx="1051236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0" lang="en-US" sz="4400" strike="noStrike" u="none">
                <a:solidFill>
                  <a:schemeClr val="lt1"/>
                </a:solidFill>
                <a:effectLst/>
                <a:uFillTx/>
                <a:latin typeface="Calibri Light"/>
              </a:rPr>
              <a:t>Click to edit Master title style</a:t>
            </a:r>
            <a:endParaRPr b="0" lang="en-US" sz="4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76" name="PlaceHolder 2"/>
          <p:cNvSpPr>
            <a:spLocks noGrp="1"/>
          </p:cNvSpPr>
          <p:nvPr>
            <p:ph type="body"/>
          </p:nvPr>
        </p:nvSpPr>
        <p:spPr>
          <a:xfrm>
            <a:off x="837360" y="1825560"/>
            <a:ext cx="10512360" cy="4350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spcAft>
                <a:spcPts val="1199"/>
              </a:spcAft>
              <a:buClr>
                <a:srgbClr val="ffffff"/>
              </a:buClr>
              <a:buFont typeface="Arial"/>
              <a:buChar char="•"/>
            </a:pPr>
            <a:r>
              <a:rPr b="0" lang="en-US" sz="2800" strike="noStrike" u="none">
                <a:solidFill>
                  <a:schemeClr val="lt1"/>
                </a:solidFill>
                <a:effectLst/>
                <a:uFillTx/>
                <a:latin typeface="Calibri"/>
              </a:rPr>
              <a:t>Click to edit Master text styles</a:t>
            </a:r>
            <a:endParaRPr b="0" lang="en-US" sz="2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  <a:p>
            <a:pPr lvl="1" marL="685800" indent="-228600" defTabSz="914400">
              <a:lnSpc>
                <a:spcPct val="90000"/>
              </a:lnSpc>
              <a:spcBef>
                <a:spcPts val="499"/>
              </a:spcBef>
              <a:spcAft>
                <a:spcPts val="1199"/>
              </a:spcAft>
              <a:buClr>
                <a:srgbClr val="ffffff"/>
              </a:buClr>
              <a:buFont typeface="Arial"/>
              <a:buChar char="•"/>
            </a:pPr>
            <a:r>
              <a:rPr b="0" lang="en-US" sz="2400" strike="noStrike" u="none">
                <a:solidFill>
                  <a:schemeClr val="lt1"/>
                </a:solidFill>
                <a:effectLst/>
                <a:uFillTx/>
                <a:latin typeface="Calibri"/>
              </a:rPr>
              <a:t>Second level</a:t>
            </a:r>
            <a:endParaRPr b="0" lang="en-US" sz="24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  <a:p>
            <a:pPr lvl="2" marL="1143000" indent="-228600" defTabSz="914400">
              <a:lnSpc>
                <a:spcPct val="90000"/>
              </a:lnSpc>
              <a:spcBef>
                <a:spcPts val="499"/>
              </a:spcBef>
              <a:spcAft>
                <a:spcPts val="1199"/>
              </a:spcAft>
              <a:buClr>
                <a:srgbClr val="ffffff"/>
              </a:buClr>
              <a:buFont typeface="Arial"/>
              <a:buChar char="•"/>
            </a:pPr>
            <a:r>
              <a:rPr b="0" lang="en-US" sz="2000" strike="noStrike" u="none">
                <a:solidFill>
                  <a:schemeClr val="lt1"/>
                </a:solidFill>
                <a:effectLst/>
                <a:uFillTx/>
                <a:latin typeface="Calibri"/>
              </a:rPr>
              <a:t>Third level</a:t>
            </a:r>
            <a:endParaRPr b="0" lang="en-US" sz="20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  <a:p>
            <a:pPr lvl="3" marL="1600200" indent="-228600" defTabSz="914400">
              <a:lnSpc>
                <a:spcPct val="90000"/>
              </a:lnSpc>
              <a:spcBef>
                <a:spcPts val="499"/>
              </a:spcBef>
              <a:spcAft>
                <a:spcPts val="1199"/>
              </a:spcAft>
              <a:buClr>
                <a:srgbClr val="ffffff"/>
              </a:buClr>
              <a:buFont typeface="Arial"/>
              <a:buChar char="•"/>
            </a:pPr>
            <a:r>
              <a:rPr b="0" lang="en-US" sz="1800" strike="noStrike" u="none">
                <a:solidFill>
                  <a:schemeClr val="lt1"/>
                </a:solidFill>
                <a:effectLst/>
                <a:uFillTx/>
                <a:latin typeface="Calibri"/>
              </a:rPr>
              <a:t>Fourth level</a:t>
            </a: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  <a:p>
            <a:pPr lvl="4" marL="2057400" indent="-228600" defTabSz="914400">
              <a:lnSpc>
                <a:spcPct val="90000"/>
              </a:lnSpc>
              <a:spcBef>
                <a:spcPts val="499"/>
              </a:spcBef>
              <a:spcAft>
                <a:spcPts val="1199"/>
              </a:spcAft>
              <a:buClr>
                <a:srgbClr val="ffffff"/>
              </a:buClr>
              <a:buFont typeface="Arial"/>
              <a:buChar char="•"/>
            </a:pPr>
            <a:r>
              <a:rPr b="0" lang="en-US" sz="1800" strike="noStrike" u="none">
                <a:solidFill>
                  <a:schemeClr val="lt1"/>
                </a:solidFill>
                <a:effectLst/>
                <a:uFillTx/>
                <a:latin typeface="Calibri"/>
              </a:rPr>
              <a:t>Fifth level</a:t>
            </a: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77" name="PlaceHolder 3"/>
          <p:cNvSpPr>
            <a:spLocks noGrp="1"/>
          </p:cNvSpPr>
          <p:nvPr>
            <p:ph type="dt" idx="16"/>
          </p:nvPr>
        </p:nvSpPr>
        <p:spPr>
          <a:xfrm>
            <a:off x="837360" y="6356520"/>
            <a:ext cx="2742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trike="noStrike" u="none">
                <a:solidFill>
                  <a:schemeClr val="lt1">
                    <a:lumMod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trike="noStrike" u="none">
                <a:solidFill>
                  <a:schemeClr val="lt1">
                    <a:lumMod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b="0" lang="en-US" sz="12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78" name="PlaceHolder 4"/>
          <p:cNvSpPr>
            <a:spLocks noGrp="1"/>
          </p:cNvSpPr>
          <p:nvPr>
            <p:ph type="ftr" idx="17"/>
          </p:nvPr>
        </p:nvSpPr>
        <p:spPr>
          <a:xfrm>
            <a:off x="4037040" y="6356520"/>
            <a:ext cx="411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defRPr b="0" lang="en-US" sz="1200" strike="noStrike" u="none">
                <a:solidFill>
                  <a:schemeClr val="lt1">
                    <a:lumMod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r>
              <a:rPr b="0" lang="en-US" sz="1200" strike="noStrike" u="none">
                <a:solidFill>
                  <a:schemeClr val="lt1">
                    <a:lumMod val="75000"/>
                  </a:schemeClr>
                </a:solidFill>
                <a:effectLst/>
                <a:uFillTx/>
                <a:latin typeface="Calibri"/>
              </a:rPr>
              <a:t>&lt;footer&gt;</a:t>
            </a:r>
            <a:endParaRPr b="0" lang="en-US" sz="12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79" name="PlaceHolder 5"/>
          <p:cNvSpPr>
            <a:spLocks noGrp="1"/>
          </p:cNvSpPr>
          <p:nvPr>
            <p:ph type="sldNum" idx="18"/>
          </p:nvPr>
        </p:nvSpPr>
        <p:spPr>
          <a:xfrm>
            <a:off x="8607600" y="6356520"/>
            <a:ext cx="2742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trike="noStrike" u="none">
                <a:solidFill>
                  <a:schemeClr val="lt1">
                    <a:lumMod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9C209C92-DAA2-4ECE-B4A4-6AD8F0555DDC}" type="slidenum">
              <a:rPr b="0" lang="en-US" sz="1200" strike="noStrike" u="none">
                <a:solidFill>
                  <a:schemeClr val="lt1">
                    <a:lumMod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b="0" lang="en-US" sz="12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2_Title and Content 2">
    <p:bg>
      <p:bgPr>
        <a:gradFill rotWithShape="0">
          <a:gsLst>
            <a:gs pos="0">
              <a:srgbClr val="253848"/>
            </a:gs>
            <a:gs pos="100000">
              <a:srgbClr val="134163"/>
            </a:gs>
          </a:gsLst>
          <a:lin ang="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Rectangle 6"/>
          <p:cNvSpPr/>
          <p:nvPr/>
        </p:nvSpPr>
        <p:spPr>
          <a:xfrm>
            <a:off x="-11880" y="7007400"/>
            <a:ext cx="1665720" cy="280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100" strike="noStrike" u="none">
                <a:solidFill>
                  <a:schemeClr val="accent1"/>
                </a:solidFill>
                <a:effectLst/>
                <a:uFillTx/>
                <a:latin typeface="Open Sans"/>
              </a:rPr>
              <a:t>© </a:t>
            </a:r>
            <a:r>
              <a:rPr b="0" lang="en-US" sz="1100" strike="noStrike" u="none">
                <a:solidFill>
                  <a:schemeClr val="accent1"/>
                </a:solidFill>
                <a:effectLst/>
                <a:uFillTx/>
                <a:latin typeface="Open Sans"/>
                <a:hlinkClick r:id="rId2"/>
              </a:rPr>
              <a:t>presentationgo.com</a:t>
            </a:r>
            <a:endParaRPr b="0" lang="en-US" sz="11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grpSp>
        <p:nvGrpSpPr>
          <p:cNvPr id="181" name="Group 7"/>
          <p:cNvGrpSpPr/>
          <p:nvPr/>
        </p:nvGrpSpPr>
        <p:grpSpPr>
          <a:xfrm>
            <a:off x="-1653840" y="-16560"/>
            <a:ext cx="1564200" cy="608760"/>
            <a:chOff x="-1653840" y="-16560"/>
            <a:chExt cx="1564200" cy="608760"/>
          </a:xfrm>
        </p:grpSpPr>
        <p:sp>
          <p:nvSpPr>
            <p:cNvPr id="182" name="TextBox 8"/>
            <p:cNvSpPr/>
            <p:nvPr/>
          </p:nvSpPr>
          <p:spPr>
            <a:xfrm>
              <a:off x="-1653840" y="-16560"/>
              <a:ext cx="361440" cy="2430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t">
              <a:spAutoFit/>
            </a:bodyPr>
            <a:p>
              <a:pPr defTabSz="457200">
                <a:lnSpc>
                  <a:spcPct val="100000"/>
                </a:lnSpc>
              </a:pPr>
              <a:r>
                <a:rPr b="0" lang="en-US" sz="1000" strike="noStrike" u="none">
                  <a:solidFill>
                    <a:schemeClr val="dk1"/>
                  </a:solidFill>
                  <a:effectLst/>
                  <a:uFillTx/>
                  <a:latin typeface="Open Sans"/>
                  <a:ea typeface="Open Sans"/>
                </a:rPr>
                <a:t>By:</a:t>
              </a:r>
              <a:endParaRPr b="0" lang="en-US" sz="10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83" name="TextBox 9"/>
            <p:cNvSpPr/>
            <p:nvPr/>
          </p:nvSpPr>
          <p:spPr>
            <a:xfrm>
              <a:off x="-559800" y="349200"/>
              <a:ext cx="470160" cy="2430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t">
              <a:spAutoFit/>
            </a:bodyPr>
            <a:p>
              <a:pPr defTabSz="457200">
                <a:lnSpc>
                  <a:spcPct val="100000"/>
                </a:lnSpc>
              </a:pPr>
              <a:r>
                <a:rPr b="0" lang="en-US" sz="1000" strike="noStrike" u="none">
                  <a:solidFill>
                    <a:schemeClr val="dk1"/>
                  </a:solidFill>
                  <a:effectLst/>
                  <a:uFillTx/>
                  <a:latin typeface="Open Sans"/>
                  <a:ea typeface="Open Sans"/>
                </a:rPr>
                <a:t>.com</a:t>
              </a:r>
              <a:endParaRPr b="0" lang="en-US" sz="10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pic>
          <p:nvPicPr>
            <p:cNvPr id="184" name="Picture 10" descr=""/>
            <p:cNvPicPr/>
            <p:nvPr/>
          </p:nvPicPr>
          <p:blipFill>
            <a:blip r:embed="rId3"/>
            <a:stretch/>
          </p:blipFill>
          <p:spPr>
            <a:xfrm>
              <a:off x="-1576080" y="196560"/>
              <a:ext cx="1404360" cy="185760"/>
            </a:xfrm>
            <a:prstGeom prst="rect">
              <a:avLst/>
            </a:prstGeom>
            <a:noFill/>
            <a:ln w="0">
              <a:noFill/>
            </a:ln>
          </p:spPr>
        </p:pic>
      </p:grpSp>
      <p:grpSp>
        <p:nvGrpSpPr>
          <p:cNvPr id="185" name="Group 9"/>
          <p:cNvGrpSpPr/>
          <p:nvPr/>
        </p:nvGrpSpPr>
        <p:grpSpPr>
          <a:xfrm>
            <a:off x="360" y="4132440"/>
            <a:ext cx="4937400" cy="2736360"/>
            <a:chOff x="360" y="4132440"/>
            <a:chExt cx="4937400" cy="2736360"/>
          </a:xfrm>
        </p:grpSpPr>
        <p:sp>
          <p:nvSpPr>
            <p:cNvPr id="186" name="Shape"/>
            <p:cNvSpPr/>
            <p:nvPr/>
          </p:nvSpPr>
          <p:spPr>
            <a:xfrm>
              <a:off x="360" y="4373640"/>
              <a:ext cx="4194720" cy="2486160"/>
            </a:xfrm>
            <a:custGeom>
              <a:avLst/>
              <a:gdLst>
                <a:gd name="textAreaLeft" fmla="*/ 0 w 4194720"/>
                <a:gd name="textAreaRight" fmla="*/ 4195080 w 4194720"/>
                <a:gd name="textAreaTop" fmla="*/ 0 h 2486160"/>
                <a:gd name="textAreaBottom" fmla="*/ 2486520 h 2486160"/>
                <a:gd name="GluePoint1X" fmla="logwidth/2"/>
                <a:gd name="GluePoint1Y" fmla="logheight/2"/>
                <a:gd name="GluePoint2X" fmla="logwidth/2"/>
                <a:gd name="GluePoint2Y" fmla="logheight/2"/>
                <a:gd name="GluePoint3X" fmla="logwidth/2"/>
                <a:gd name="GluePoint3Y" fmla="logheight/2"/>
                <a:gd name="GluePoint4X" fmla="logwidth/2"/>
                <a:gd name="GluePoint4Y" fmla="logheight/2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21600" h="21600">
                  <a:moveTo>
                    <a:pt x="0" y="0"/>
                  </a:moveTo>
                  <a:lnTo>
                    <a:pt x="5374" y="10568"/>
                  </a:lnTo>
                  <a:lnTo>
                    <a:pt x="15337" y="7766"/>
                  </a:lnTo>
                  <a:lnTo>
                    <a:pt x="21600" y="21600"/>
                  </a:lnTo>
                  <a:lnTo>
                    <a:pt x="0" y="21600"/>
                  </a:lnTo>
                  <a:close/>
                </a:path>
              </a:pathLst>
            </a:custGeom>
            <a:gradFill rotWithShape="0">
              <a:gsLst>
                <a:gs pos="0">
                  <a:srgbClr val="338088"/>
                </a:gs>
                <a:gs pos="48000">
                  <a:srgbClr val="5db8c2"/>
                </a:gs>
                <a:gs pos="100000">
                  <a:srgbClr val="9bd3d9"/>
                </a:gs>
              </a:gsLst>
              <a:lin ang="0"/>
            </a:gradFill>
            <a:ln w="1270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38160" rIns="38160" tIns="38160" bIns="38160" anchor="ctr">
              <a:noAutofit/>
            </a:bodyPr>
            <a:p>
              <a:endParaRPr b="0" lang="en-US" sz="3000" strike="noStrike" u="none">
                <a:solidFill>
                  <a:srgbClr val="ffffff"/>
                </a:solidFill>
                <a:effectLst/>
                <a:uFillTx/>
                <a:latin typeface="Calibri"/>
              </a:endParaRPr>
            </a:p>
          </p:txBody>
        </p:sp>
        <p:sp>
          <p:nvSpPr>
            <p:cNvPr id="187" name="Shape"/>
            <p:cNvSpPr/>
            <p:nvPr/>
          </p:nvSpPr>
          <p:spPr>
            <a:xfrm>
              <a:off x="360" y="4132440"/>
              <a:ext cx="4937400" cy="2736360"/>
            </a:xfrm>
            <a:custGeom>
              <a:avLst/>
              <a:gdLst>
                <a:gd name="textAreaLeft" fmla="*/ 0 w 4937400"/>
                <a:gd name="textAreaRight" fmla="*/ 4937760 w 4937400"/>
                <a:gd name="textAreaTop" fmla="*/ 0 h 2736360"/>
                <a:gd name="textAreaBottom" fmla="*/ 2736720 h 2736360"/>
                <a:gd name="GluePoint1X" fmla="logwidth/2"/>
                <a:gd name="GluePoint1Y" fmla="logheight/2"/>
                <a:gd name="GluePoint2X" fmla="logwidth/2"/>
                <a:gd name="GluePoint2Y" fmla="logheight/2"/>
                <a:gd name="GluePoint3X" fmla="logwidth/2"/>
                <a:gd name="GluePoint3Y" fmla="logheight/2"/>
                <a:gd name="GluePoint4X" fmla="logwidth/2"/>
                <a:gd name="GluePoint4Y" fmla="logheight/2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21590" h="21600">
                  <a:moveTo>
                    <a:pt x="21345" y="16398"/>
                  </a:moveTo>
                  <a:cubicBezTo>
                    <a:pt x="21256" y="16398"/>
                    <a:pt x="21178" y="16478"/>
                    <a:pt x="21134" y="16598"/>
                  </a:cubicBezTo>
                  <a:lnTo>
                    <a:pt x="13295" y="9071"/>
                  </a:lnTo>
                  <a:cubicBezTo>
                    <a:pt x="13306" y="9021"/>
                    <a:pt x="13312" y="8961"/>
                    <a:pt x="13312" y="8901"/>
                  </a:cubicBezTo>
                  <a:cubicBezTo>
                    <a:pt x="13312" y="8640"/>
                    <a:pt x="13195" y="8440"/>
                    <a:pt x="13057" y="8440"/>
                  </a:cubicBezTo>
                  <a:cubicBezTo>
                    <a:pt x="12918" y="8440"/>
                    <a:pt x="12801" y="8650"/>
                    <a:pt x="12801" y="8901"/>
                  </a:cubicBezTo>
                  <a:cubicBezTo>
                    <a:pt x="12801" y="8911"/>
                    <a:pt x="12801" y="8921"/>
                    <a:pt x="12801" y="8921"/>
                  </a:cubicBezTo>
                  <a:lnTo>
                    <a:pt x="4846" y="11246"/>
                  </a:lnTo>
                  <a:cubicBezTo>
                    <a:pt x="4819" y="11066"/>
                    <a:pt x="4735" y="10925"/>
                    <a:pt x="4624" y="10905"/>
                  </a:cubicBezTo>
                  <a:lnTo>
                    <a:pt x="4624" y="4029"/>
                  </a:lnTo>
                  <a:cubicBezTo>
                    <a:pt x="4752" y="3999"/>
                    <a:pt x="4852" y="3809"/>
                    <a:pt x="4852" y="3568"/>
                  </a:cubicBezTo>
                  <a:cubicBezTo>
                    <a:pt x="4852" y="3308"/>
                    <a:pt x="4735" y="3107"/>
                    <a:pt x="4596" y="3107"/>
                  </a:cubicBezTo>
                  <a:cubicBezTo>
                    <a:pt x="4485" y="3107"/>
                    <a:pt x="4397" y="3227"/>
                    <a:pt x="4358" y="3398"/>
                  </a:cubicBezTo>
                  <a:lnTo>
                    <a:pt x="39" y="0"/>
                  </a:lnTo>
                  <a:lnTo>
                    <a:pt x="17" y="90"/>
                  </a:lnTo>
                  <a:lnTo>
                    <a:pt x="4341" y="3498"/>
                  </a:lnTo>
                  <a:cubicBezTo>
                    <a:pt x="4341" y="3518"/>
                    <a:pt x="4336" y="3548"/>
                    <a:pt x="4336" y="3568"/>
                  </a:cubicBezTo>
                  <a:cubicBezTo>
                    <a:pt x="4336" y="3809"/>
                    <a:pt x="4435" y="3999"/>
                    <a:pt x="4563" y="4029"/>
                  </a:cubicBezTo>
                  <a:lnTo>
                    <a:pt x="4563" y="10905"/>
                  </a:lnTo>
                  <a:cubicBezTo>
                    <a:pt x="4519" y="10915"/>
                    <a:pt x="4480" y="10935"/>
                    <a:pt x="4447" y="10985"/>
                  </a:cubicBezTo>
                  <a:lnTo>
                    <a:pt x="44" y="1784"/>
                  </a:lnTo>
                  <a:lnTo>
                    <a:pt x="0" y="1854"/>
                  </a:lnTo>
                  <a:lnTo>
                    <a:pt x="4402" y="11056"/>
                  </a:lnTo>
                  <a:cubicBezTo>
                    <a:pt x="4358" y="11136"/>
                    <a:pt x="4330" y="11246"/>
                    <a:pt x="4330" y="11376"/>
                  </a:cubicBezTo>
                  <a:cubicBezTo>
                    <a:pt x="4330" y="11386"/>
                    <a:pt x="4330" y="11396"/>
                    <a:pt x="4330" y="11396"/>
                  </a:cubicBezTo>
                  <a:lnTo>
                    <a:pt x="17" y="12639"/>
                  </a:lnTo>
                  <a:lnTo>
                    <a:pt x="28" y="12739"/>
                  </a:lnTo>
                  <a:lnTo>
                    <a:pt x="4341" y="11497"/>
                  </a:lnTo>
                  <a:cubicBezTo>
                    <a:pt x="4358" y="11617"/>
                    <a:pt x="4402" y="11717"/>
                    <a:pt x="4463" y="11777"/>
                  </a:cubicBezTo>
                  <a:lnTo>
                    <a:pt x="2215" y="21400"/>
                  </a:lnTo>
                  <a:lnTo>
                    <a:pt x="2265" y="21440"/>
                  </a:lnTo>
                  <a:lnTo>
                    <a:pt x="4513" y="11817"/>
                  </a:lnTo>
                  <a:cubicBezTo>
                    <a:pt x="4535" y="11827"/>
                    <a:pt x="4563" y="11837"/>
                    <a:pt x="4585" y="11837"/>
                  </a:cubicBezTo>
                  <a:cubicBezTo>
                    <a:pt x="4663" y="11837"/>
                    <a:pt x="4730" y="11777"/>
                    <a:pt x="4780" y="11677"/>
                  </a:cubicBezTo>
                  <a:lnTo>
                    <a:pt x="8410" y="16238"/>
                  </a:lnTo>
                  <a:cubicBezTo>
                    <a:pt x="8399" y="16288"/>
                    <a:pt x="8393" y="16338"/>
                    <a:pt x="8393" y="16398"/>
                  </a:cubicBezTo>
                  <a:cubicBezTo>
                    <a:pt x="8393" y="16458"/>
                    <a:pt x="8399" y="16518"/>
                    <a:pt x="8410" y="16568"/>
                  </a:cubicBezTo>
                  <a:lnTo>
                    <a:pt x="4824" y="21379"/>
                  </a:lnTo>
                  <a:lnTo>
                    <a:pt x="4857" y="21460"/>
                  </a:lnTo>
                  <a:lnTo>
                    <a:pt x="8438" y="16659"/>
                  </a:lnTo>
                  <a:cubicBezTo>
                    <a:pt x="8482" y="16779"/>
                    <a:pt x="8560" y="16869"/>
                    <a:pt x="8654" y="16869"/>
                  </a:cubicBezTo>
                  <a:cubicBezTo>
                    <a:pt x="8654" y="16869"/>
                    <a:pt x="8660" y="16869"/>
                    <a:pt x="8660" y="16869"/>
                  </a:cubicBezTo>
                  <a:lnTo>
                    <a:pt x="9704" y="21600"/>
                  </a:lnTo>
                  <a:lnTo>
                    <a:pt x="9754" y="21560"/>
                  </a:lnTo>
                  <a:lnTo>
                    <a:pt x="8715" y="16849"/>
                  </a:lnTo>
                  <a:cubicBezTo>
                    <a:pt x="8826" y="16799"/>
                    <a:pt x="8910" y="16618"/>
                    <a:pt x="8910" y="16398"/>
                  </a:cubicBezTo>
                  <a:cubicBezTo>
                    <a:pt x="8910" y="16268"/>
                    <a:pt x="8876" y="16147"/>
                    <a:pt x="8826" y="16057"/>
                  </a:cubicBezTo>
                  <a:lnTo>
                    <a:pt x="12873" y="9251"/>
                  </a:lnTo>
                  <a:cubicBezTo>
                    <a:pt x="12918" y="9322"/>
                    <a:pt x="12979" y="9362"/>
                    <a:pt x="13040" y="9362"/>
                  </a:cubicBezTo>
                  <a:cubicBezTo>
                    <a:pt x="13045" y="9362"/>
                    <a:pt x="13051" y="9362"/>
                    <a:pt x="13051" y="9362"/>
                  </a:cubicBezTo>
                  <a:lnTo>
                    <a:pt x="14128" y="21420"/>
                  </a:lnTo>
                  <a:lnTo>
                    <a:pt x="14183" y="21400"/>
                  </a:lnTo>
                  <a:lnTo>
                    <a:pt x="13107" y="9342"/>
                  </a:lnTo>
                  <a:cubicBezTo>
                    <a:pt x="13129" y="9332"/>
                    <a:pt x="13151" y="9312"/>
                    <a:pt x="13173" y="9291"/>
                  </a:cubicBezTo>
                  <a:lnTo>
                    <a:pt x="18336" y="21470"/>
                  </a:lnTo>
                  <a:lnTo>
                    <a:pt x="18380" y="21410"/>
                  </a:lnTo>
                  <a:lnTo>
                    <a:pt x="13218" y="9231"/>
                  </a:lnTo>
                  <a:cubicBezTo>
                    <a:pt x="13229" y="9211"/>
                    <a:pt x="13245" y="9181"/>
                    <a:pt x="13251" y="9161"/>
                  </a:cubicBezTo>
                  <a:lnTo>
                    <a:pt x="21089" y="16689"/>
                  </a:lnTo>
                  <a:cubicBezTo>
                    <a:pt x="21078" y="16739"/>
                    <a:pt x="21073" y="16799"/>
                    <a:pt x="21073" y="16859"/>
                  </a:cubicBezTo>
                  <a:cubicBezTo>
                    <a:pt x="21073" y="16989"/>
                    <a:pt x="21106" y="17110"/>
                    <a:pt x="21156" y="17200"/>
                  </a:cubicBezTo>
                  <a:lnTo>
                    <a:pt x="19413" y="21390"/>
                  </a:lnTo>
                  <a:lnTo>
                    <a:pt x="19457" y="21450"/>
                  </a:lnTo>
                  <a:lnTo>
                    <a:pt x="21200" y="17260"/>
                  </a:lnTo>
                  <a:cubicBezTo>
                    <a:pt x="21239" y="17300"/>
                    <a:pt x="21284" y="17330"/>
                    <a:pt x="21333" y="17330"/>
                  </a:cubicBezTo>
                  <a:cubicBezTo>
                    <a:pt x="21478" y="17330"/>
                    <a:pt x="21589" y="17120"/>
                    <a:pt x="21589" y="16869"/>
                  </a:cubicBezTo>
                  <a:cubicBezTo>
                    <a:pt x="21600" y="16608"/>
                    <a:pt x="21483" y="16398"/>
                    <a:pt x="21345" y="16398"/>
                  </a:cubicBezTo>
                  <a:close/>
                  <a:moveTo>
                    <a:pt x="8660" y="15937"/>
                  </a:moveTo>
                  <a:cubicBezTo>
                    <a:pt x="8571" y="15937"/>
                    <a:pt x="8488" y="16027"/>
                    <a:pt x="8444" y="16157"/>
                  </a:cubicBezTo>
                  <a:lnTo>
                    <a:pt x="4819" y="11607"/>
                  </a:lnTo>
                  <a:cubicBezTo>
                    <a:pt x="4841" y="11537"/>
                    <a:pt x="4852" y="11467"/>
                    <a:pt x="4852" y="11386"/>
                  </a:cubicBezTo>
                  <a:cubicBezTo>
                    <a:pt x="4852" y="11376"/>
                    <a:pt x="4852" y="11366"/>
                    <a:pt x="4852" y="11366"/>
                  </a:cubicBezTo>
                  <a:lnTo>
                    <a:pt x="12807" y="9041"/>
                  </a:lnTo>
                  <a:cubicBezTo>
                    <a:pt x="12818" y="9101"/>
                    <a:pt x="12829" y="9151"/>
                    <a:pt x="12851" y="9191"/>
                  </a:cubicBezTo>
                  <a:lnTo>
                    <a:pt x="8793" y="16007"/>
                  </a:lnTo>
                  <a:cubicBezTo>
                    <a:pt x="8754" y="15957"/>
                    <a:pt x="8710" y="15937"/>
                    <a:pt x="8660" y="15937"/>
                  </a:cubicBezTo>
                  <a:close/>
                </a:path>
              </a:pathLst>
            </a:custGeom>
            <a:solidFill>
              <a:schemeClr val="bg1"/>
            </a:solidFill>
            <a:ln w="1270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38160" rIns="38160" tIns="38160" bIns="38160" anchor="ctr">
              <a:noAutofit/>
            </a:bodyPr>
            <a:p>
              <a:endParaRPr b="0" lang="en-US" sz="3000" strike="noStrike" u="none">
                <a:solidFill>
                  <a:srgbClr val="ffffff"/>
                </a:solidFill>
                <a:effectLst/>
                <a:uFillTx/>
                <a:latin typeface="Calibri"/>
              </a:endParaRPr>
            </a:p>
          </p:txBody>
        </p:sp>
      </p:grpSp>
      <p:sp>
        <p:nvSpPr>
          <p:cNvPr id="188" name="PlaceHolder 1"/>
          <p:cNvSpPr>
            <a:spLocks noGrp="1"/>
          </p:cNvSpPr>
          <p:nvPr>
            <p:ph type="title"/>
          </p:nvPr>
        </p:nvSpPr>
        <p:spPr>
          <a:xfrm>
            <a:off x="837360" y="365040"/>
            <a:ext cx="1051236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0" lang="en-US" sz="4400" strike="noStrike" u="none">
                <a:solidFill>
                  <a:schemeClr val="lt1"/>
                </a:solidFill>
                <a:effectLst/>
                <a:uFillTx/>
                <a:latin typeface="Calibri Light"/>
              </a:rPr>
              <a:t>Click to edit Master title style</a:t>
            </a:r>
            <a:endParaRPr b="0" lang="en-US" sz="4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89" name="PlaceHolder 2"/>
          <p:cNvSpPr>
            <a:spLocks noGrp="1"/>
          </p:cNvSpPr>
          <p:nvPr>
            <p:ph type="body"/>
          </p:nvPr>
        </p:nvSpPr>
        <p:spPr>
          <a:xfrm>
            <a:off x="1225800" y="1825560"/>
            <a:ext cx="10124280" cy="3359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spcAft>
                <a:spcPts val="1199"/>
              </a:spcAft>
              <a:buClr>
                <a:srgbClr val="ffffff"/>
              </a:buClr>
              <a:buFont typeface="Arial"/>
              <a:buChar char="•"/>
            </a:pPr>
            <a:r>
              <a:rPr b="0" lang="en-US" sz="2800" strike="noStrike" u="none">
                <a:solidFill>
                  <a:schemeClr val="lt1"/>
                </a:solidFill>
                <a:effectLst/>
                <a:uFillTx/>
                <a:latin typeface="Calibri"/>
              </a:rPr>
              <a:t>Click to edit Master text styles</a:t>
            </a:r>
            <a:endParaRPr b="0" lang="en-US" sz="2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  <a:p>
            <a:pPr lvl="1" marL="685800" indent="-228600" defTabSz="914400">
              <a:lnSpc>
                <a:spcPct val="90000"/>
              </a:lnSpc>
              <a:spcBef>
                <a:spcPts val="499"/>
              </a:spcBef>
              <a:spcAft>
                <a:spcPts val="1199"/>
              </a:spcAft>
              <a:buClr>
                <a:srgbClr val="ffffff"/>
              </a:buClr>
              <a:buFont typeface="Arial"/>
              <a:buChar char="•"/>
            </a:pPr>
            <a:r>
              <a:rPr b="0" lang="en-US" sz="2400" strike="noStrike" u="none">
                <a:solidFill>
                  <a:schemeClr val="lt1"/>
                </a:solidFill>
                <a:effectLst/>
                <a:uFillTx/>
                <a:latin typeface="Calibri"/>
              </a:rPr>
              <a:t>Second level</a:t>
            </a:r>
            <a:endParaRPr b="0" lang="en-US" sz="24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  <a:p>
            <a:pPr lvl="2" marL="1143000" indent="-228600" defTabSz="914400">
              <a:lnSpc>
                <a:spcPct val="90000"/>
              </a:lnSpc>
              <a:spcBef>
                <a:spcPts val="499"/>
              </a:spcBef>
              <a:spcAft>
                <a:spcPts val="1199"/>
              </a:spcAft>
              <a:buClr>
                <a:srgbClr val="ffffff"/>
              </a:buClr>
              <a:buFont typeface="Arial"/>
              <a:buChar char="•"/>
            </a:pPr>
            <a:r>
              <a:rPr b="0" lang="en-US" sz="2000" strike="noStrike" u="none">
                <a:solidFill>
                  <a:schemeClr val="lt1"/>
                </a:solidFill>
                <a:effectLst/>
                <a:uFillTx/>
                <a:latin typeface="Calibri"/>
              </a:rPr>
              <a:t>Third level</a:t>
            </a:r>
            <a:endParaRPr b="0" lang="en-US" sz="20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  <a:p>
            <a:pPr lvl="3" marL="1600200" indent="-228600" defTabSz="914400">
              <a:lnSpc>
                <a:spcPct val="90000"/>
              </a:lnSpc>
              <a:spcBef>
                <a:spcPts val="499"/>
              </a:spcBef>
              <a:spcAft>
                <a:spcPts val="1199"/>
              </a:spcAft>
              <a:buClr>
                <a:srgbClr val="ffffff"/>
              </a:buClr>
              <a:buFont typeface="Arial"/>
              <a:buChar char="•"/>
            </a:pPr>
            <a:r>
              <a:rPr b="0" lang="en-US" sz="1800" strike="noStrike" u="none">
                <a:solidFill>
                  <a:schemeClr val="lt1"/>
                </a:solidFill>
                <a:effectLst/>
                <a:uFillTx/>
                <a:latin typeface="Calibri"/>
              </a:rPr>
              <a:t>Fourth level</a:t>
            </a: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  <a:p>
            <a:pPr lvl="4" marL="2057400" indent="-228600" defTabSz="914400">
              <a:lnSpc>
                <a:spcPct val="90000"/>
              </a:lnSpc>
              <a:spcBef>
                <a:spcPts val="499"/>
              </a:spcBef>
              <a:spcAft>
                <a:spcPts val="1199"/>
              </a:spcAft>
              <a:buClr>
                <a:srgbClr val="ffffff"/>
              </a:buClr>
              <a:buFont typeface="Arial"/>
              <a:buChar char="•"/>
            </a:pPr>
            <a:r>
              <a:rPr b="0" lang="en-US" sz="1800" strike="noStrike" u="none">
                <a:solidFill>
                  <a:schemeClr val="lt1"/>
                </a:solidFill>
                <a:effectLst/>
                <a:uFillTx/>
                <a:latin typeface="Calibri"/>
              </a:rPr>
              <a:t>Fifth level</a:t>
            </a: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90" name="PlaceHolder 3"/>
          <p:cNvSpPr>
            <a:spLocks noGrp="1"/>
          </p:cNvSpPr>
          <p:nvPr>
            <p:ph type="dt" idx="19"/>
          </p:nvPr>
        </p:nvSpPr>
        <p:spPr>
          <a:xfrm>
            <a:off x="4937400" y="6356520"/>
            <a:ext cx="122760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trike="noStrike" u="none">
                <a:solidFill>
                  <a:schemeClr val="lt1">
                    <a:lumMod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trike="noStrike" u="none">
                <a:solidFill>
                  <a:schemeClr val="lt1">
                    <a:lumMod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b="0" lang="en-US" sz="12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91" name="PlaceHolder 4"/>
          <p:cNvSpPr>
            <a:spLocks noGrp="1"/>
          </p:cNvSpPr>
          <p:nvPr>
            <p:ph type="ftr" idx="20"/>
          </p:nvPr>
        </p:nvSpPr>
        <p:spPr>
          <a:xfrm>
            <a:off x="6298200" y="6356520"/>
            <a:ext cx="359028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defRPr b="0" lang="en-US" sz="1200" strike="noStrike" u="none">
                <a:solidFill>
                  <a:schemeClr val="lt1">
                    <a:lumMod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r>
              <a:rPr b="0" lang="en-US" sz="1200" strike="noStrike" u="none">
                <a:solidFill>
                  <a:schemeClr val="lt1">
                    <a:lumMod val="75000"/>
                  </a:schemeClr>
                </a:solidFill>
                <a:effectLst/>
                <a:uFillTx/>
                <a:latin typeface="Calibri"/>
              </a:rPr>
              <a:t>&lt;footer&gt;</a:t>
            </a:r>
            <a:endParaRPr b="0" lang="en-US" sz="12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92" name="PlaceHolder 5"/>
          <p:cNvSpPr>
            <a:spLocks noGrp="1"/>
          </p:cNvSpPr>
          <p:nvPr>
            <p:ph type="sldNum" idx="21"/>
          </p:nvPr>
        </p:nvSpPr>
        <p:spPr>
          <a:xfrm>
            <a:off x="10021680" y="6356520"/>
            <a:ext cx="13280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trike="noStrike" u="none">
                <a:solidFill>
                  <a:schemeClr val="lt1">
                    <a:lumMod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3D9955AD-371B-46E7-B799-705B3AD66EC7}" type="slidenum">
              <a:rPr b="0" lang="en-US" sz="1200" strike="noStrike" u="none">
                <a:solidFill>
                  <a:schemeClr val="lt1">
                    <a:lumMod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b="0" lang="en-US" sz="12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3_Title and Content 2">
    <p:bg>
      <p:bgPr>
        <a:gradFill rotWithShape="0">
          <a:gsLst>
            <a:gs pos="0">
              <a:srgbClr val="253848"/>
            </a:gs>
            <a:gs pos="100000">
              <a:srgbClr val="134163"/>
            </a:gs>
          </a:gsLst>
          <a:lin ang="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Rectangle 6"/>
          <p:cNvSpPr/>
          <p:nvPr/>
        </p:nvSpPr>
        <p:spPr>
          <a:xfrm>
            <a:off x="-11880" y="7007400"/>
            <a:ext cx="1665720" cy="280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100" strike="noStrike" u="none">
                <a:solidFill>
                  <a:schemeClr val="accent1"/>
                </a:solidFill>
                <a:effectLst/>
                <a:uFillTx/>
                <a:latin typeface="Open Sans"/>
              </a:rPr>
              <a:t>© </a:t>
            </a:r>
            <a:r>
              <a:rPr b="0" lang="en-US" sz="1100" strike="noStrike" u="none">
                <a:solidFill>
                  <a:schemeClr val="accent1"/>
                </a:solidFill>
                <a:effectLst/>
                <a:uFillTx/>
                <a:latin typeface="Open Sans"/>
                <a:hlinkClick r:id="rId2"/>
              </a:rPr>
              <a:t>presentationgo.com</a:t>
            </a:r>
            <a:endParaRPr b="0" lang="en-US" sz="11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grpSp>
        <p:nvGrpSpPr>
          <p:cNvPr id="194" name="Group 7"/>
          <p:cNvGrpSpPr/>
          <p:nvPr/>
        </p:nvGrpSpPr>
        <p:grpSpPr>
          <a:xfrm>
            <a:off x="-1653840" y="-16560"/>
            <a:ext cx="1564200" cy="608760"/>
            <a:chOff x="-1653840" y="-16560"/>
            <a:chExt cx="1564200" cy="608760"/>
          </a:xfrm>
        </p:grpSpPr>
        <p:sp>
          <p:nvSpPr>
            <p:cNvPr id="195" name="TextBox 8"/>
            <p:cNvSpPr/>
            <p:nvPr/>
          </p:nvSpPr>
          <p:spPr>
            <a:xfrm>
              <a:off x="-1653840" y="-16560"/>
              <a:ext cx="361440" cy="2430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t">
              <a:spAutoFit/>
            </a:bodyPr>
            <a:p>
              <a:pPr defTabSz="457200">
                <a:lnSpc>
                  <a:spcPct val="100000"/>
                </a:lnSpc>
              </a:pPr>
              <a:r>
                <a:rPr b="0" lang="en-US" sz="1000" strike="noStrike" u="none">
                  <a:solidFill>
                    <a:schemeClr val="dk1"/>
                  </a:solidFill>
                  <a:effectLst/>
                  <a:uFillTx/>
                  <a:latin typeface="Open Sans"/>
                  <a:ea typeface="Open Sans"/>
                </a:rPr>
                <a:t>By:</a:t>
              </a:r>
              <a:endParaRPr b="0" lang="en-US" sz="10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96" name="TextBox 9"/>
            <p:cNvSpPr/>
            <p:nvPr/>
          </p:nvSpPr>
          <p:spPr>
            <a:xfrm>
              <a:off x="-559800" y="349200"/>
              <a:ext cx="470160" cy="2430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t">
              <a:spAutoFit/>
            </a:bodyPr>
            <a:p>
              <a:pPr defTabSz="457200">
                <a:lnSpc>
                  <a:spcPct val="100000"/>
                </a:lnSpc>
              </a:pPr>
              <a:r>
                <a:rPr b="0" lang="en-US" sz="1000" strike="noStrike" u="none">
                  <a:solidFill>
                    <a:schemeClr val="dk1"/>
                  </a:solidFill>
                  <a:effectLst/>
                  <a:uFillTx/>
                  <a:latin typeface="Open Sans"/>
                  <a:ea typeface="Open Sans"/>
                </a:rPr>
                <a:t>.com</a:t>
              </a:r>
              <a:endParaRPr b="0" lang="en-US" sz="10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pic>
          <p:nvPicPr>
            <p:cNvPr id="197" name="Picture 10" descr=""/>
            <p:cNvPicPr/>
            <p:nvPr/>
          </p:nvPicPr>
          <p:blipFill>
            <a:blip r:embed="rId3"/>
            <a:stretch/>
          </p:blipFill>
          <p:spPr>
            <a:xfrm>
              <a:off x="-1576080" y="196560"/>
              <a:ext cx="1404360" cy="185760"/>
            </a:xfrm>
            <a:prstGeom prst="rect">
              <a:avLst/>
            </a:prstGeom>
            <a:noFill/>
            <a:ln w="0">
              <a:noFill/>
            </a:ln>
          </p:spPr>
        </p:pic>
      </p:grpSp>
      <p:grpSp>
        <p:nvGrpSpPr>
          <p:cNvPr id="198" name="Group 9"/>
          <p:cNvGrpSpPr/>
          <p:nvPr/>
        </p:nvGrpSpPr>
        <p:grpSpPr>
          <a:xfrm>
            <a:off x="360" y="4132440"/>
            <a:ext cx="4937400" cy="2736360"/>
            <a:chOff x="360" y="4132440"/>
            <a:chExt cx="4937400" cy="2736360"/>
          </a:xfrm>
        </p:grpSpPr>
        <p:sp>
          <p:nvSpPr>
            <p:cNvPr id="199" name="Shape"/>
            <p:cNvSpPr/>
            <p:nvPr/>
          </p:nvSpPr>
          <p:spPr>
            <a:xfrm>
              <a:off x="360" y="4373640"/>
              <a:ext cx="4194720" cy="2486160"/>
            </a:xfrm>
            <a:custGeom>
              <a:avLst/>
              <a:gdLst>
                <a:gd name="textAreaLeft" fmla="*/ 0 w 4194720"/>
                <a:gd name="textAreaRight" fmla="*/ 4195080 w 4194720"/>
                <a:gd name="textAreaTop" fmla="*/ 0 h 2486160"/>
                <a:gd name="textAreaBottom" fmla="*/ 2486520 h 2486160"/>
                <a:gd name="GluePoint1X" fmla="logwidth/2"/>
                <a:gd name="GluePoint1Y" fmla="logheight/2"/>
                <a:gd name="GluePoint2X" fmla="logwidth/2"/>
                <a:gd name="GluePoint2Y" fmla="logheight/2"/>
                <a:gd name="GluePoint3X" fmla="logwidth/2"/>
                <a:gd name="GluePoint3Y" fmla="logheight/2"/>
                <a:gd name="GluePoint4X" fmla="logwidth/2"/>
                <a:gd name="GluePoint4Y" fmla="logheight/2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21600" h="21600">
                  <a:moveTo>
                    <a:pt x="0" y="0"/>
                  </a:moveTo>
                  <a:lnTo>
                    <a:pt x="5374" y="10568"/>
                  </a:lnTo>
                  <a:lnTo>
                    <a:pt x="15337" y="7766"/>
                  </a:lnTo>
                  <a:lnTo>
                    <a:pt x="21600" y="21600"/>
                  </a:lnTo>
                  <a:lnTo>
                    <a:pt x="0" y="21600"/>
                  </a:lnTo>
                  <a:close/>
                </a:path>
              </a:pathLst>
            </a:custGeom>
            <a:gradFill rotWithShape="0">
              <a:gsLst>
                <a:gs pos="0">
                  <a:srgbClr val="338088"/>
                </a:gs>
                <a:gs pos="48000">
                  <a:srgbClr val="5db8c2"/>
                </a:gs>
                <a:gs pos="100000">
                  <a:srgbClr val="9bd3d9"/>
                </a:gs>
              </a:gsLst>
              <a:lin ang="0"/>
            </a:gradFill>
            <a:ln w="1270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38160" rIns="38160" tIns="38160" bIns="38160" anchor="ctr">
              <a:noAutofit/>
            </a:bodyPr>
            <a:p>
              <a:endParaRPr b="0" lang="en-US" sz="3000" strike="noStrike" u="none">
                <a:solidFill>
                  <a:srgbClr val="ffffff"/>
                </a:solidFill>
                <a:effectLst/>
                <a:uFillTx/>
                <a:latin typeface="Calibri"/>
              </a:endParaRPr>
            </a:p>
          </p:txBody>
        </p:sp>
        <p:sp>
          <p:nvSpPr>
            <p:cNvPr id="200" name="Shape"/>
            <p:cNvSpPr/>
            <p:nvPr/>
          </p:nvSpPr>
          <p:spPr>
            <a:xfrm>
              <a:off x="360" y="4132440"/>
              <a:ext cx="4937400" cy="2736360"/>
            </a:xfrm>
            <a:custGeom>
              <a:avLst/>
              <a:gdLst>
                <a:gd name="textAreaLeft" fmla="*/ 0 w 4937400"/>
                <a:gd name="textAreaRight" fmla="*/ 4937760 w 4937400"/>
                <a:gd name="textAreaTop" fmla="*/ 0 h 2736360"/>
                <a:gd name="textAreaBottom" fmla="*/ 2736720 h 2736360"/>
                <a:gd name="GluePoint1X" fmla="logwidth/2"/>
                <a:gd name="GluePoint1Y" fmla="logheight/2"/>
                <a:gd name="GluePoint2X" fmla="logwidth/2"/>
                <a:gd name="GluePoint2Y" fmla="logheight/2"/>
                <a:gd name="GluePoint3X" fmla="logwidth/2"/>
                <a:gd name="GluePoint3Y" fmla="logheight/2"/>
                <a:gd name="GluePoint4X" fmla="logwidth/2"/>
                <a:gd name="GluePoint4Y" fmla="logheight/2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21590" h="21600">
                  <a:moveTo>
                    <a:pt x="21345" y="16398"/>
                  </a:moveTo>
                  <a:cubicBezTo>
                    <a:pt x="21256" y="16398"/>
                    <a:pt x="21178" y="16478"/>
                    <a:pt x="21134" y="16598"/>
                  </a:cubicBezTo>
                  <a:lnTo>
                    <a:pt x="13295" y="9071"/>
                  </a:lnTo>
                  <a:cubicBezTo>
                    <a:pt x="13306" y="9021"/>
                    <a:pt x="13312" y="8961"/>
                    <a:pt x="13312" y="8901"/>
                  </a:cubicBezTo>
                  <a:cubicBezTo>
                    <a:pt x="13312" y="8640"/>
                    <a:pt x="13195" y="8440"/>
                    <a:pt x="13057" y="8440"/>
                  </a:cubicBezTo>
                  <a:cubicBezTo>
                    <a:pt x="12918" y="8440"/>
                    <a:pt x="12801" y="8650"/>
                    <a:pt x="12801" y="8901"/>
                  </a:cubicBezTo>
                  <a:cubicBezTo>
                    <a:pt x="12801" y="8911"/>
                    <a:pt x="12801" y="8921"/>
                    <a:pt x="12801" y="8921"/>
                  </a:cubicBezTo>
                  <a:lnTo>
                    <a:pt x="4846" y="11246"/>
                  </a:lnTo>
                  <a:cubicBezTo>
                    <a:pt x="4819" y="11066"/>
                    <a:pt x="4735" y="10925"/>
                    <a:pt x="4624" y="10905"/>
                  </a:cubicBezTo>
                  <a:lnTo>
                    <a:pt x="4624" y="4029"/>
                  </a:lnTo>
                  <a:cubicBezTo>
                    <a:pt x="4752" y="3999"/>
                    <a:pt x="4852" y="3809"/>
                    <a:pt x="4852" y="3568"/>
                  </a:cubicBezTo>
                  <a:cubicBezTo>
                    <a:pt x="4852" y="3308"/>
                    <a:pt x="4735" y="3107"/>
                    <a:pt x="4596" y="3107"/>
                  </a:cubicBezTo>
                  <a:cubicBezTo>
                    <a:pt x="4485" y="3107"/>
                    <a:pt x="4397" y="3227"/>
                    <a:pt x="4358" y="3398"/>
                  </a:cubicBezTo>
                  <a:lnTo>
                    <a:pt x="39" y="0"/>
                  </a:lnTo>
                  <a:lnTo>
                    <a:pt x="17" y="90"/>
                  </a:lnTo>
                  <a:lnTo>
                    <a:pt x="4341" y="3498"/>
                  </a:lnTo>
                  <a:cubicBezTo>
                    <a:pt x="4341" y="3518"/>
                    <a:pt x="4336" y="3548"/>
                    <a:pt x="4336" y="3568"/>
                  </a:cubicBezTo>
                  <a:cubicBezTo>
                    <a:pt x="4336" y="3809"/>
                    <a:pt x="4435" y="3999"/>
                    <a:pt x="4563" y="4029"/>
                  </a:cubicBezTo>
                  <a:lnTo>
                    <a:pt x="4563" y="10905"/>
                  </a:lnTo>
                  <a:cubicBezTo>
                    <a:pt x="4519" y="10915"/>
                    <a:pt x="4480" y="10935"/>
                    <a:pt x="4447" y="10985"/>
                  </a:cubicBezTo>
                  <a:lnTo>
                    <a:pt x="44" y="1784"/>
                  </a:lnTo>
                  <a:lnTo>
                    <a:pt x="0" y="1854"/>
                  </a:lnTo>
                  <a:lnTo>
                    <a:pt x="4402" y="11056"/>
                  </a:lnTo>
                  <a:cubicBezTo>
                    <a:pt x="4358" y="11136"/>
                    <a:pt x="4330" y="11246"/>
                    <a:pt x="4330" y="11376"/>
                  </a:cubicBezTo>
                  <a:cubicBezTo>
                    <a:pt x="4330" y="11386"/>
                    <a:pt x="4330" y="11396"/>
                    <a:pt x="4330" y="11396"/>
                  </a:cubicBezTo>
                  <a:lnTo>
                    <a:pt x="17" y="12639"/>
                  </a:lnTo>
                  <a:lnTo>
                    <a:pt x="28" y="12739"/>
                  </a:lnTo>
                  <a:lnTo>
                    <a:pt x="4341" y="11497"/>
                  </a:lnTo>
                  <a:cubicBezTo>
                    <a:pt x="4358" y="11617"/>
                    <a:pt x="4402" y="11717"/>
                    <a:pt x="4463" y="11777"/>
                  </a:cubicBezTo>
                  <a:lnTo>
                    <a:pt x="2215" y="21400"/>
                  </a:lnTo>
                  <a:lnTo>
                    <a:pt x="2265" y="21440"/>
                  </a:lnTo>
                  <a:lnTo>
                    <a:pt x="4513" y="11817"/>
                  </a:lnTo>
                  <a:cubicBezTo>
                    <a:pt x="4535" y="11827"/>
                    <a:pt x="4563" y="11837"/>
                    <a:pt x="4585" y="11837"/>
                  </a:cubicBezTo>
                  <a:cubicBezTo>
                    <a:pt x="4663" y="11837"/>
                    <a:pt x="4730" y="11777"/>
                    <a:pt x="4780" y="11677"/>
                  </a:cubicBezTo>
                  <a:lnTo>
                    <a:pt x="8410" y="16238"/>
                  </a:lnTo>
                  <a:cubicBezTo>
                    <a:pt x="8399" y="16288"/>
                    <a:pt x="8393" y="16338"/>
                    <a:pt x="8393" y="16398"/>
                  </a:cubicBezTo>
                  <a:cubicBezTo>
                    <a:pt x="8393" y="16458"/>
                    <a:pt x="8399" y="16518"/>
                    <a:pt x="8410" y="16568"/>
                  </a:cubicBezTo>
                  <a:lnTo>
                    <a:pt x="4824" y="21379"/>
                  </a:lnTo>
                  <a:lnTo>
                    <a:pt x="4857" y="21460"/>
                  </a:lnTo>
                  <a:lnTo>
                    <a:pt x="8438" y="16659"/>
                  </a:lnTo>
                  <a:cubicBezTo>
                    <a:pt x="8482" y="16779"/>
                    <a:pt x="8560" y="16869"/>
                    <a:pt x="8654" y="16869"/>
                  </a:cubicBezTo>
                  <a:cubicBezTo>
                    <a:pt x="8654" y="16869"/>
                    <a:pt x="8660" y="16869"/>
                    <a:pt x="8660" y="16869"/>
                  </a:cubicBezTo>
                  <a:lnTo>
                    <a:pt x="9704" y="21600"/>
                  </a:lnTo>
                  <a:lnTo>
                    <a:pt x="9754" y="21560"/>
                  </a:lnTo>
                  <a:lnTo>
                    <a:pt x="8715" y="16849"/>
                  </a:lnTo>
                  <a:cubicBezTo>
                    <a:pt x="8826" y="16799"/>
                    <a:pt x="8910" y="16618"/>
                    <a:pt x="8910" y="16398"/>
                  </a:cubicBezTo>
                  <a:cubicBezTo>
                    <a:pt x="8910" y="16268"/>
                    <a:pt x="8876" y="16147"/>
                    <a:pt x="8826" y="16057"/>
                  </a:cubicBezTo>
                  <a:lnTo>
                    <a:pt x="12873" y="9251"/>
                  </a:lnTo>
                  <a:cubicBezTo>
                    <a:pt x="12918" y="9322"/>
                    <a:pt x="12979" y="9362"/>
                    <a:pt x="13040" y="9362"/>
                  </a:cubicBezTo>
                  <a:cubicBezTo>
                    <a:pt x="13045" y="9362"/>
                    <a:pt x="13051" y="9362"/>
                    <a:pt x="13051" y="9362"/>
                  </a:cubicBezTo>
                  <a:lnTo>
                    <a:pt x="14128" y="21420"/>
                  </a:lnTo>
                  <a:lnTo>
                    <a:pt x="14183" y="21400"/>
                  </a:lnTo>
                  <a:lnTo>
                    <a:pt x="13107" y="9342"/>
                  </a:lnTo>
                  <a:cubicBezTo>
                    <a:pt x="13129" y="9332"/>
                    <a:pt x="13151" y="9312"/>
                    <a:pt x="13173" y="9291"/>
                  </a:cubicBezTo>
                  <a:lnTo>
                    <a:pt x="18336" y="21470"/>
                  </a:lnTo>
                  <a:lnTo>
                    <a:pt x="18380" y="21410"/>
                  </a:lnTo>
                  <a:lnTo>
                    <a:pt x="13218" y="9231"/>
                  </a:lnTo>
                  <a:cubicBezTo>
                    <a:pt x="13229" y="9211"/>
                    <a:pt x="13245" y="9181"/>
                    <a:pt x="13251" y="9161"/>
                  </a:cubicBezTo>
                  <a:lnTo>
                    <a:pt x="21089" y="16689"/>
                  </a:lnTo>
                  <a:cubicBezTo>
                    <a:pt x="21078" y="16739"/>
                    <a:pt x="21073" y="16799"/>
                    <a:pt x="21073" y="16859"/>
                  </a:cubicBezTo>
                  <a:cubicBezTo>
                    <a:pt x="21073" y="16989"/>
                    <a:pt x="21106" y="17110"/>
                    <a:pt x="21156" y="17200"/>
                  </a:cubicBezTo>
                  <a:lnTo>
                    <a:pt x="19413" y="21390"/>
                  </a:lnTo>
                  <a:lnTo>
                    <a:pt x="19457" y="21450"/>
                  </a:lnTo>
                  <a:lnTo>
                    <a:pt x="21200" y="17260"/>
                  </a:lnTo>
                  <a:cubicBezTo>
                    <a:pt x="21239" y="17300"/>
                    <a:pt x="21284" y="17330"/>
                    <a:pt x="21333" y="17330"/>
                  </a:cubicBezTo>
                  <a:cubicBezTo>
                    <a:pt x="21478" y="17330"/>
                    <a:pt x="21589" y="17120"/>
                    <a:pt x="21589" y="16869"/>
                  </a:cubicBezTo>
                  <a:cubicBezTo>
                    <a:pt x="21600" y="16608"/>
                    <a:pt x="21483" y="16398"/>
                    <a:pt x="21345" y="16398"/>
                  </a:cubicBezTo>
                  <a:close/>
                  <a:moveTo>
                    <a:pt x="8660" y="15937"/>
                  </a:moveTo>
                  <a:cubicBezTo>
                    <a:pt x="8571" y="15937"/>
                    <a:pt x="8488" y="16027"/>
                    <a:pt x="8444" y="16157"/>
                  </a:cubicBezTo>
                  <a:lnTo>
                    <a:pt x="4819" y="11607"/>
                  </a:lnTo>
                  <a:cubicBezTo>
                    <a:pt x="4841" y="11537"/>
                    <a:pt x="4852" y="11467"/>
                    <a:pt x="4852" y="11386"/>
                  </a:cubicBezTo>
                  <a:cubicBezTo>
                    <a:pt x="4852" y="11376"/>
                    <a:pt x="4852" y="11366"/>
                    <a:pt x="4852" y="11366"/>
                  </a:cubicBezTo>
                  <a:lnTo>
                    <a:pt x="12807" y="9041"/>
                  </a:lnTo>
                  <a:cubicBezTo>
                    <a:pt x="12818" y="9101"/>
                    <a:pt x="12829" y="9151"/>
                    <a:pt x="12851" y="9191"/>
                  </a:cubicBezTo>
                  <a:lnTo>
                    <a:pt x="8793" y="16007"/>
                  </a:lnTo>
                  <a:cubicBezTo>
                    <a:pt x="8754" y="15957"/>
                    <a:pt x="8710" y="15937"/>
                    <a:pt x="8660" y="15937"/>
                  </a:cubicBezTo>
                  <a:close/>
                </a:path>
              </a:pathLst>
            </a:custGeom>
            <a:solidFill>
              <a:schemeClr val="bg1"/>
            </a:solidFill>
            <a:ln w="1270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38160" rIns="38160" tIns="38160" bIns="38160" anchor="ctr">
              <a:noAutofit/>
            </a:bodyPr>
            <a:p>
              <a:endParaRPr b="0" lang="en-US" sz="3000" strike="noStrike" u="none">
                <a:solidFill>
                  <a:srgbClr val="ffffff"/>
                </a:solidFill>
                <a:effectLst/>
                <a:uFillTx/>
                <a:latin typeface="Calibri"/>
              </a:endParaRPr>
            </a:p>
          </p:txBody>
        </p:sp>
      </p:grpSp>
      <p:sp>
        <p:nvSpPr>
          <p:cNvPr id="201" name="PlaceHolder 1"/>
          <p:cNvSpPr>
            <a:spLocks noGrp="1"/>
          </p:cNvSpPr>
          <p:nvPr>
            <p:ph type="title"/>
          </p:nvPr>
        </p:nvSpPr>
        <p:spPr>
          <a:xfrm>
            <a:off x="837360" y="365040"/>
            <a:ext cx="1051236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0" lang="en-US" sz="4400" strike="noStrike" u="none">
                <a:solidFill>
                  <a:schemeClr val="lt1"/>
                </a:solidFill>
                <a:effectLst/>
                <a:uFillTx/>
                <a:latin typeface="Calibri Light"/>
              </a:rPr>
              <a:t>Click to </a:t>
            </a:r>
            <a:r>
              <a:rPr b="0" lang="en-US" sz="4400" strike="noStrike" u="none">
                <a:solidFill>
                  <a:schemeClr val="lt1"/>
                </a:solidFill>
                <a:effectLst/>
                <a:uFillTx/>
                <a:latin typeface="Calibri Light"/>
              </a:rPr>
              <a:t>edit </a:t>
            </a:r>
            <a:r>
              <a:rPr b="0" lang="en-US" sz="4400" strike="noStrike" u="none">
                <a:solidFill>
                  <a:schemeClr val="lt1"/>
                </a:solidFill>
                <a:effectLst/>
                <a:uFillTx/>
                <a:latin typeface="Calibri Light"/>
              </a:rPr>
              <a:t>Master </a:t>
            </a:r>
            <a:r>
              <a:rPr b="0" lang="en-US" sz="4400" strike="noStrike" u="none">
                <a:solidFill>
                  <a:schemeClr val="lt1"/>
                </a:solidFill>
                <a:effectLst/>
                <a:uFillTx/>
                <a:latin typeface="Calibri Light"/>
              </a:rPr>
              <a:t>title </a:t>
            </a:r>
            <a:r>
              <a:rPr b="0" lang="en-US" sz="4400" strike="noStrike" u="none">
                <a:solidFill>
                  <a:schemeClr val="lt1"/>
                </a:solidFill>
                <a:effectLst/>
                <a:uFillTx/>
                <a:latin typeface="Calibri Light"/>
              </a:rPr>
              <a:t>style</a:t>
            </a:r>
            <a:endParaRPr b="0" lang="en-US" sz="4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02" name="PlaceHolder 2"/>
          <p:cNvSpPr>
            <a:spLocks noGrp="1"/>
          </p:cNvSpPr>
          <p:nvPr>
            <p:ph type="body"/>
          </p:nvPr>
        </p:nvSpPr>
        <p:spPr>
          <a:xfrm>
            <a:off x="1225800" y="1825560"/>
            <a:ext cx="10124280" cy="3359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spcAft>
                <a:spcPts val="1199"/>
              </a:spcAft>
              <a:buClr>
                <a:srgbClr val="ffffff"/>
              </a:buClr>
              <a:buFont typeface="Arial"/>
              <a:buChar char="•"/>
            </a:pPr>
            <a:r>
              <a:rPr b="0" lang="en-US" sz="2800" strike="noStrike" u="none">
                <a:solidFill>
                  <a:schemeClr val="lt1"/>
                </a:solidFill>
                <a:effectLst/>
                <a:uFillTx/>
                <a:latin typeface="Calibri"/>
              </a:rPr>
              <a:t>Click to edit Master text styles</a:t>
            </a:r>
            <a:endParaRPr b="0" lang="en-US" sz="2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  <a:p>
            <a:pPr lvl="1" marL="685800" indent="-228600" defTabSz="914400">
              <a:lnSpc>
                <a:spcPct val="90000"/>
              </a:lnSpc>
              <a:spcBef>
                <a:spcPts val="499"/>
              </a:spcBef>
              <a:spcAft>
                <a:spcPts val="1199"/>
              </a:spcAft>
              <a:buClr>
                <a:srgbClr val="ffffff"/>
              </a:buClr>
              <a:buFont typeface="Arial"/>
              <a:buChar char="•"/>
            </a:pPr>
            <a:r>
              <a:rPr b="0" lang="en-US" sz="2400" strike="noStrike" u="none">
                <a:solidFill>
                  <a:schemeClr val="lt1"/>
                </a:solidFill>
                <a:effectLst/>
                <a:uFillTx/>
                <a:latin typeface="Calibri"/>
              </a:rPr>
              <a:t>Second level</a:t>
            </a:r>
            <a:endParaRPr b="0" lang="en-US" sz="24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  <a:p>
            <a:pPr lvl="2" marL="1143000" indent="-228600" defTabSz="914400">
              <a:lnSpc>
                <a:spcPct val="90000"/>
              </a:lnSpc>
              <a:spcBef>
                <a:spcPts val="499"/>
              </a:spcBef>
              <a:spcAft>
                <a:spcPts val="1199"/>
              </a:spcAft>
              <a:buClr>
                <a:srgbClr val="ffffff"/>
              </a:buClr>
              <a:buFont typeface="Arial"/>
              <a:buChar char="•"/>
            </a:pPr>
            <a:r>
              <a:rPr b="0" lang="en-US" sz="2000" strike="noStrike" u="none">
                <a:solidFill>
                  <a:schemeClr val="lt1"/>
                </a:solidFill>
                <a:effectLst/>
                <a:uFillTx/>
                <a:latin typeface="Calibri"/>
              </a:rPr>
              <a:t>Third level</a:t>
            </a:r>
            <a:endParaRPr b="0" lang="en-US" sz="20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  <a:p>
            <a:pPr lvl="3" marL="1600200" indent="-228600" defTabSz="914400">
              <a:lnSpc>
                <a:spcPct val="90000"/>
              </a:lnSpc>
              <a:spcBef>
                <a:spcPts val="499"/>
              </a:spcBef>
              <a:spcAft>
                <a:spcPts val="1199"/>
              </a:spcAft>
              <a:buClr>
                <a:srgbClr val="ffffff"/>
              </a:buClr>
              <a:buFont typeface="Arial"/>
              <a:buChar char="•"/>
            </a:pPr>
            <a:r>
              <a:rPr b="0" lang="en-US" sz="1800" strike="noStrike" u="none">
                <a:solidFill>
                  <a:schemeClr val="lt1"/>
                </a:solidFill>
                <a:effectLst/>
                <a:uFillTx/>
                <a:latin typeface="Calibri"/>
              </a:rPr>
              <a:t>Fourth level</a:t>
            </a: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  <a:p>
            <a:pPr lvl="4" marL="2057400" indent="-228600" defTabSz="914400">
              <a:lnSpc>
                <a:spcPct val="90000"/>
              </a:lnSpc>
              <a:spcBef>
                <a:spcPts val="499"/>
              </a:spcBef>
              <a:spcAft>
                <a:spcPts val="1199"/>
              </a:spcAft>
              <a:buClr>
                <a:srgbClr val="ffffff"/>
              </a:buClr>
              <a:buFont typeface="Arial"/>
              <a:buChar char="•"/>
            </a:pPr>
            <a:r>
              <a:rPr b="0" lang="en-US" sz="1800" strike="noStrike" u="none">
                <a:solidFill>
                  <a:schemeClr val="lt1"/>
                </a:solidFill>
                <a:effectLst/>
                <a:uFillTx/>
                <a:latin typeface="Calibri"/>
              </a:rPr>
              <a:t>Fifth level</a:t>
            </a: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03" name="PlaceHolder 3"/>
          <p:cNvSpPr>
            <a:spLocks noGrp="1"/>
          </p:cNvSpPr>
          <p:nvPr>
            <p:ph type="dt" idx="22"/>
          </p:nvPr>
        </p:nvSpPr>
        <p:spPr>
          <a:xfrm>
            <a:off x="4937400" y="6356520"/>
            <a:ext cx="122760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trike="noStrike" u="none">
                <a:solidFill>
                  <a:schemeClr val="lt1">
                    <a:lumMod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trike="noStrike" u="none">
                <a:solidFill>
                  <a:schemeClr val="lt1">
                    <a:lumMod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b="0" lang="en-US" sz="12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04" name="PlaceHolder 4"/>
          <p:cNvSpPr>
            <a:spLocks noGrp="1"/>
          </p:cNvSpPr>
          <p:nvPr>
            <p:ph type="ftr" idx="23"/>
          </p:nvPr>
        </p:nvSpPr>
        <p:spPr>
          <a:xfrm>
            <a:off x="6298200" y="6356520"/>
            <a:ext cx="359028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defRPr b="0" lang="en-US" sz="1200" strike="noStrike" u="none">
                <a:solidFill>
                  <a:schemeClr val="lt1">
                    <a:lumMod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r>
              <a:rPr b="0" lang="en-US" sz="1200" strike="noStrike" u="none">
                <a:solidFill>
                  <a:schemeClr val="lt1">
                    <a:lumMod val="75000"/>
                  </a:schemeClr>
                </a:solidFill>
                <a:effectLst/>
                <a:uFillTx/>
                <a:latin typeface="Calibri"/>
              </a:rPr>
              <a:t>&lt;footer&gt;</a:t>
            </a:r>
            <a:endParaRPr b="0" lang="en-US" sz="12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05" name="PlaceHolder 5"/>
          <p:cNvSpPr>
            <a:spLocks noGrp="1"/>
          </p:cNvSpPr>
          <p:nvPr>
            <p:ph type="sldNum" idx="24"/>
          </p:nvPr>
        </p:nvSpPr>
        <p:spPr>
          <a:xfrm>
            <a:off x="10021680" y="6356520"/>
            <a:ext cx="13280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trike="noStrike" u="none">
                <a:solidFill>
                  <a:schemeClr val="lt1">
                    <a:lumMod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632725EE-9990-44D1-8C16-C96F70593B32}" type="slidenum">
              <a:rPr b="0" lang="en-US" sz="1200" strike="noStrike" u="none">
                <a:solidFill>
                  <a:schemeClr val="lt1">
                    <a:lumMod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b="0" lang="en-US" sz="12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4_Title and Content 2">
    <p:bg>
      <p:bgPr>
        <a:gradFill rotWithShape="0">
          <a:gsLst>
            <a:gs pos="0">
              <a:srgbClr val="253848"/>
            </a:gs>
            <a:gs pos="100000">
              <a:srgbClr val="134163"/>
            </a:gs>
          </a:gsLst>
          <a:lin ang="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Rectangle 6"/>
          <p:cNvSpPr/>
          <p:nvPr/>
        </p:nvSpPr>
        <p:spPr>
          <a:xfrm>
            <a:off x="-11880" y="7007400"/>
            <a:ext cx="1665720" cy="280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100" strike="noStrike" u="none">
                <a:solidFill>
                  <a:schemeClr val="accent1"/>
                </a:solidFill>
                <a:effectLst/>
                <a:uFillTx/>
                <a:latin typeface="Open Sans"/>
              </a:rPr>
              <a:t>© </a:t>
            </a:r>
            <a:r>
              <a:rPr b="0" lang="en-US" sz="1100" strike="noStrike" u="none">
                <a:solidFill>
                  <a:schemeClr val="accent1"/>
                </a:solidFill>
                <a:effectLst/>
                <a:uFillTx/>
                <a:latin typeface="Open Sans"/>
                <a:hlinkClick r:id="rId2"/>
              </a:rPr>
              <a:t>presentationgo.com</a:t>
            </a:r>
            <a:endParaRPr b="0" lang="en-US" sz="11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grpSp>
        <p:nvGrpSpPr>
          <p:cNvPr id="207" name="Group 7"/>
          <p:cNvGrpSpPr/>
          <p:nvPr/>
        </p:nvGrpSpPr>
        <p:grpSpPr>
          <a:xfrm>
            <a:off x="-1653840" y="-16560"/>
            <a:ext cx="1564200" cy="608760"/>
            <a:chOff x="-1653840" y="-16560"/>
            <a:chExt cx="1564200" cy="608760"/>
          </a:xfrm>
        </p:grpSpPr>
        <p:sp>
          <p:nvSpPr>
            <p:cNvPr id="208" name="TextBox 8"/>
            <p:cNvSpPr/>
            <p:nvPr/>
          </p:nvSpPr>
          <p:spPr>
            <a:xfrm>
              <a:off x="-1653840" y="-16560"/>
              <a:ext cx="361440" cy="2430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t">
              <a:spAutoFit/>
            </a:bodyPr>
            <a:p>
              <a:pPr defTabSz="457200">
                <a:lnSpc>
                  <a:spcPct val="100000"/>
                </a:lnSpc>
              </a:pPr>
              <a:r>
                <a:rPr b="0" lang="en-US" sz="1000" strike="noStrike" u="none">
                  <a:solidFill>
                    <a:schemeClr val="dk1"/>
                  </a:solidFill>
                  <a:effectLst/>
                  <a:uFillTx/>
                  <a:latin typeface="Open Sans"/>
                  <a:ea typeface="Open Sans"/>
                </a:rPr>
                <a:t>By:</a:t>
              </a:r>
              <a:endParaRPr b="0" lang="en-US" sz="10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09" name="TextBox 9"/>
            <p:cNvSpPr/>
            <p:nvPr/>
          </p:nvSpPr>
          <p:spPr>
            <a:xfrm>
              <a:off x="-559800" y="349200"/>
              <a:ext cx="470160" cy="2430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t">
              <a:spAutoFit/>
            </a:bodyPr>
            <a:p>
              <a:pPr defTabSz="457200">
                <a:lnSpc>
                  <a:spcPct val="100000"/>
                </a:lnSpc>
              </a:pPr>
              <a:r>
                <a:rPr b="0" lang="en-US" sz="1000" strike="noStrike" u="none">
                  <a:solidFill>
                    <a:schemeClr val="dk1"/>
                  </a:solidFill>
                  <a:effectLst/>
                  <a:uFillTx/>
                  <a:latin typeface="Open Sans"/>
                  <a:ea typeface="Open Sans"/>
                </a:rPr>
                <a:t>.com</a:t>
              </a:r>
              <a:endParaRPr b="0" lang="en-US" sz="10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pic>
          <p:nvPicPr>
            <p:cNvPr id="210" name="Picture 10" descr=""/>
            <p:cNvPicPr/>
            <p:nvPr/>
          </p:nvPicPr>
          <p:blipFill>
            <a:blip r:embed="rId3"/>
            <a:stretch/>
          </p:blipFill>
          <p:spPr>
            <a:xfrm>
              <a:off x="-1576080" y="196560"/>
              <a:ext cx="1404360" cy="185760"/>
            </a:xfrm>
            <a:prstGeom prst="rect">
              <a:avLst/>
            </a:prstGeom>
            <a:noFill/>
            <a:ln w="0">
              <a:noFill/>
            </a:ln>
          </p:spPr>
        </p:pic>
      </p:grpSp>
      <p:grpSp>
        <p:nvGrpSpPr>
          <p:cNvPr id="211" name="Group 9"/>
          <p:cNvGrpSpPr/>
          <p:nvPr/>
        </p:nvGrpSpPr>
        <p:grpSpPr>
          <a:xfrm>
            <a:off x="360" y="4132440"/>
            <a:ext cx="4937400" cy="2736360"/>
            <a:chOff x="360" y="4132440"/>
            <a:chExt cx="4937400" cy="2736360"/>
          </a:xfrm>
        </p:grpSpPr>
        <p:sp>
          <p:nvSpPr>
            <p:cNvPr id="212" name="Shape"/>
            <p:cNvSpPr/>
            <p:nvPr/>
          </p:nvSpPr>
          <p:spPr>
            <a:xfrm>
              <a:off x="360" y="4373640"/>
              <a:ext cx="4194720" cy="2486160"/>
            </a:xfrm>
            <a:custGeom>
              <a:avLst/>
              <a:gdLst>
                <a:gd name="textAreaLeft" fmla="*/ 0 w 4194720"/>
                <a:gd name="textAreaRight" fmla="*/ 4195080 w 4194720"/>
                <a:gd name="textAreaTop" fmla="*/ 0 h 2486160"/>
                <a:gd name="textAreaBottom" fmla="*/ 2486520 h 2486160"/>
                <a:gd name="GluePoint1X" fmla="logwidth/2"/>
                <a:gd name="GluePoint1Y" fmla="logheight/2"/>
                <a:gd name="GluePoint2X" fmla="logwidth/2"/>
                <a:gd name="GluePoint2Y" fmla="logheight/2"/>
                <a:gd name="GluePoint3X" fmla="logwidth/2"/>
                <a:gd name="GluePoint3Y" fmla="logheight/2"/>
                <a:gd name="GluePoint4X" fmla="logwidth/2"/>
                <a:gd name="GluePoint4Y" fmla="logheight/2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21600" h="21600">
                  <a:moveTo>
                    <a:pt x="0" y="0"/>
                  </a:moveTo>
                  <a:lnTo>
                    <a:pt x="5374" y="10568"/>
                  </a:lnTo>
                  <a:lnTo>
                    <a:pt x="15337" y="7766"/>
                  </a:lnTo>
                  <a:lnTo>
                    <a:pt x="21600" y="21600"/>
                  </a:lnTo>
                  <a:lnTo>
                    <a:pt x="0" y="21600"/>
                  </a:lnTo>
                  <a:close/>
                </a:path>
              </a:pathLst>
            </a:custGeom>
            <a:gradFill rotWithShape="0">
              <a:gsLst>
                <a:gs pos="0">
                  <a:srgbClr val="338088"/>
                </a:gs>
                <a:gs pos="48000">
                  <a:srgbClr val="5db8c2"/>
                </a:gs>
                <a:gs pos="100000">
                  <a:srgbClr val="9bd3d9"/>
                </a:gs>
              </a:gsLst>
              <a:lin ang="0"/>
            </a:gradFill>
            <a:ln w="1270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38160" rIns="38160" tIns="38160" bIns="38160" anchor="ctr">
              <a:noAutofit/>
            </a:bodyPr>
            <a:p>
              <a:endParaRPr b="0" lang="en-US" sz="3000" strike="noStrike" u="none">
                <a:solidFill>
                  <a:srgbClr val="ffffff"/>
                </a:solidFill>
                <a:effectLst/>
                <a:uFillTx/>
                <a:latin typeface="Calibri"/>
              </a:endParaRPr>
            </a:p>
          </p:txBody>
        </p:sp>
        <p:sp>
          <p:nvSpPr>
            <p:cNvPr id="213" name="Shape"/>
            <p:cNvSpPr/>
            <p:nvPr/>
          </p:nvSpPr>
          <p:spPr>
            <a:xfrm>
              <a:off x="360" y="4132440"/>
              <a:ext cx="4937400" cy="2736360"/>
            </a:xfrm>
            <a:custGeom>
              <a:avLst/>
              <a:gdLst>
                <a:gd name="textAreaLeft" fmla="*/ 0 w 4937400"/>
                <a:gd name="textAreaRight" fmla="*/ 4937760 w 4937400"/>
                <a:gd name="textAreaTop" fmla="*/ 0 h 2736360"/>
                <a:gd name="textAreaBottom" fmla="*/ 2736720 h 2736360"/>
                <a:gd name="GluePoint1X" fmla="logwidth/2"/>
                <a:gd name="GluePoint1Y" fmla="logheight/2"/>
                <a:gd name="GluePoint2X" fmla="logwidth/2"/>
                <a:gd name="GluePoint2Y" fmla="logheight/2"/>
                <a:gd name="GluePoint3X" fmla="logwidth/2"/>
                <a:gd name="GluePoint3Y" fmla="logheight/2"/>
                <a:gd name="GluePoint4X" fmla="logwidth/2"/>
                <a:gd name="GluePoint4Y" fmla="logheight/2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21590" h="21600">
                  <a:moveTo>
                    <a:pt x="21345" y="16398"/>
                  </a:moveTo>
                  <a:cubicBezTo>
                    <a:pt x="21256" y="16398"/>
                    <a:pt x="21178" y="16478"/>
                    <a:pt x="21134" y="16598"/>
                  </a:cubicBezTo>
                  <a:lnTo>
                    <a:pt x="13295" y="9071"/>
                  </a:lnTo>
                  <a:cubicBezTo>
                    <a:pt x="13306" y="9021"/>
                    <a:pt x="13312" y="8961"/>
                    <a:pt x="13312" y="8901"/>
                  </a:cubicBezTo>
                  <a:cubicBezTo>
                    <a:pt x="13312" y="8640"/>
                    <a:pt x="13195" y="8440"/>
                    <a:pt x="13057" y="8440"/>
                  </a:cubicBezTo>
                  <a:cubicBezTo>
                    <a:pt x="12918" y="8440"/>
                    <a:pt x="12801" y="8650"/>
                    <a:pt x="12801" y="8901"/>
                  </a:cubicBezTo>
                  <a:cubicBezTo>
                    <a:pt x="12801" y="8911"/>
                    <a:pt x="12801" y="8921"/>
                    <a:pt x="12801" y="8921"/>
                  </a:cubicBezTo>
                  <a:lnTo>
                    <a:pt x="4846" y="11246"/>
                  </a:lnTo>
                  <a:cubicBezTo>
                    <a:pt x="4819" y="11066"/>
                    <a:pt x="4735" y="10925"/>
                    <a:pt x="4624" y="10905"/>
                  </a:cubicBezTo>
                  <a:lnTo>
                    <a:pt x="4624" y="4029"/>
                  </a:lnTo>
                  <a:cubicBezTo>
                    <a:pt x="4752" y="3999"/>
                    <a:pt x="4852" y="3809"/>
                    <a:pt x="4852" y="3568"/>
                  </a:cubicBezTo>
                  <a:cubicBezTo>
                    <a:pt x="4852" y="3308"/>
                    <a:pt x="4735" y="3107"/>
                    <a:pt x="4596" y="3107"/>
                  </a:cubicBezTo>
                  <a:cubicBezTo>
                    <a:pt x="4485" y="3107"/>
                    <a:pt x="4397" y="3227"/>
                    <a:pt x="4358" y="3398"/>
                  </a:cubicBezTo>
                  <a:lnTo>
                    <a:pt x="39" y="0"/>
                  </a:lnTo>
                  <a:lnTo>
                    <a:pt x="17" y="90"/>
                  </a:lnTo>
                  <a:lnTo>
                    <a:pt x="4341" y="3498"/>
                  </a:lnTo>
                  <a:cubicBezTo>
                    <a:pt x="4341" y="3518"/>
                    <a:pt x="4336" y="3548"/>
                    <a:pt x="4336" y="3568"/>
                  </a:cubicBezTo>
                  <a:cubicBezTo>
                    <a:pt x="4336" y="3809"/>
                    <a:pt x="4435" y="3999"/>
                    <a:pt x="4563" y="4029"/>
                  </a:cubicBezTo>
                  <a:lnTo>
                    <a:pt x="4563" y="10905"/>
                  </a:lnTo>
                  <a:cubicBezTo>
                    <a:pt x="4519" y="10915"/>
                    <a:pt x="4480" y="10935"/>
                    <a:pt x="4447" y="10985"/>
                  </a:cubicBezTo>
                  <a:lnTo>
                    <a:pt x="44" y="1784"/>
                  </a:lnTo>
                  <a:lnTo>
                    <a:pt x="0" y="1854"/>
                  </a:lnTo>
                  <a:lnTo>
                    <a:pt x="4402" y="11056"/>
                  </a:lnTo>
                  <a:cubicBezTo>
                    <a:pt x="4358" y="11136"/>
                    <a:pt x="4330" y="11246"/>
                    <a:pt x="4330" y="11376"/>
                  </a:cubicBezTo>
                  <a:cubicBezTo>
                    <a:pt x="4330" y="11386"/>
                    <a:pt x="4330" y="11396"/>
                    <a:pt x="4330" y="11396"/>
                  </a:cubicBezTo>
                  <a:lnTo>
                    <a:pt x="17" y="12639"/>
                  </a:lnTo>
                  <a:lnTo>
                    <a:pt x="28" y="12739"/>
                  </a:lnTo>
                  <a:lnTo>
                    <a:pt x="4341" y="11497"/>
                  </a:lnTo>
                  <a:cubicBezTo>
                    <a:pt x="4358" y="11617"/>
                    <a:pt x="4402" y="11717"/>
                    <a:pt x="4463" y="11777"/>
                  </a:cubicBezTo>
                  <a:lnTo>
                    <a:pt x="2215" y="21400"/>
                  </a:lnTo>
                  <a:lnTo>
                    <a:pt x="2265" y="21440"/>
                  </a:lnTo>
                  <a:lnTo>
                    <a:pt x="4513" y="11817"/>
                  </a:lnTo>
                  <a:cubicBezTo>
                    <a:pt x="4535" y="11827"/>
                    <a:pt x="4563" y="11837"/>
                    <a:pt x="4585" y="11837"/>
                  </a:cubicBezTo>
                  <a:cubicBezTo>
                    <a:pt x="4663" y="11837"/>
                    <a:pt x="4730" y="11777"/>
                    <a:pt x="4780" y="11677"/>
                  </a:cubicBezTo>
                  <a:lnTo>
                    <a:pt x="8410" y="16238"/>
                  </a:lnTo>
                  <a:cubicBezTo>
                    <a:pt x="8399" y="16288"/>
                    <a:pt x="8393" y="16338"/>
                    <a:pt x="8393" y="16398"/>
                  </a:cubicBezTo>
                  <a:cubicBezTo>
                    <a:pt x="8393" y="16458"/>
                    <a:pt x="8399" y="16518"/>
                    <a:pt x="8410" y="16568"/>
                  </a:cubicBezTo>
                  <a:lnTo>
                    <a:pt x="4824" y="21379"/>
                  </a:lnTo>
                  <a:lnTo>
                    <a:pt x="4857" y="21460"/>
                  </a:lnTo>
                  <a:lnTo>
                    <a:pt x="8438" y="16659"/>
                  </a:lnTo>
                  <a:cubicBezTo>
                    <a:pt x="8482" y="16779"/>
                    <a:pt x="8560" y="16869"/>
                    <a:pt x="8654" y="16869"/>
                  </a:cubicBezTo>
                  <a:cubicBezTo>
                    <a:pt x="8654" y="16869"/>
                    <a:pt x="8660" y="16869"/>
                    <a:pt x="8660" y="16869"/>
                  </a:cubicBezTo>
                  <a:lnTo>
                    <a:pt x="9704" y="21600"/>
                  </a:lnTo>
                  <a:lnTo>
                    <a:pt x="9754" y="21560"/>
                  </a:lnTo>
                  <a:lnTo>
                    <a:pt x="8715" y="16849"/>
                  </a:lnTo>
                  <a:cubicBezTo>
                    <a:pt x="8826" y="16799"/>
                    <a:pt x="8910" y="16618"/>
                    <a:pt x="8910" y="16398"/>
                  </a:cubicBezTo>
                  <a:cubicBezTo>
                    <a:pt x="8910" y="16268"/>
                    <a:pt x="8876" y="16147"/>
                    <a:pt x="8826" y="16057"/>
                  </a:cubicBezTo>
                  <a:lnTo>
                    <a:pt x="12873" y="9251"/>
                  </a:lnTo>
                  <a:cubicBezTo>
                    <a:pt x="12918" y="9322"/>
                    <a:pt x="12979" y="9362"/>
                    <a:pt x="13040" y="9362"/>
                  </a:cubicBezTo>
                  <a:cubicBezTo>
                    <a:pt x="13045" y="9362"/>
                    <a:pt x="13051" y="9362"/>
                    <a:pt x="13051" y="9362"/>
                  </a:cubicBezTo>
                  <a:lnTo>
                    <a:pt x="14128" y="21420"/>
                  </a:lnTo>
                  <a:lnTo>
                    <a:pt x="14183" y="21400"/>
                  </a:lnTo>
                  <a:lnTo>
                    <a:pt x="13107" y="9342"/>
                  </a:lnTo>
                  <a:cubicBezTo>
                    <a:pt x="13129" y="9332"/>
                    <a:pt x="13151" y="9312"/>
                    <a:pt x="13173" y="9291"/>
                  </a:cubicBezTo>
                  <a:lnTo>
                    <a:pt x="18336" y="21470"/>
                  </a:lnTo>
                  <a:lnTo>
                    <a:pt x="18380" y="21410"/>
                  </a:lnTo>
                  <a:lnTo>
                    <a:pt x="13218" y="9231"/>
                  </a:lnTo>
                  <a:cubicBezTo>
                    <a:pt x="13229" y="9211"/>
                    <a:pt x="13245" y="9181"/>
                    <a:pt x="13251" y="9161"/>
                  </a:cubicBezTo>
                  <a:lnTo>
                    <a:pt x="21089" y="16689"/>
                  </a:lnTo>
                  <a:cubicBezTo>
                    <a:pt x="21078" y="16739"/>
                    <a:pt x="21073" y="16799"/>
                    <a:pt x="21073" y="16859"/>
                  </a:cubicBezTo>
                  <a:cubicBezTo>
                    <a:pt x="21073" y="16989"/>
                    <a:pt x="21106" y="17110"/>
                    <a:pt x="21156" y="17200"/>
                  </a:cubicBezTo>
                  <a:lnTo>
                    <a:pt x="19413" y="21390"/>
                  </a:lnTo>
                  <a:lnTo>
                    <a:pt x="19457" y="21450"/>
                  </a:lnTo>
                  <a:lnTo>
                    <a:pt x="21200" y="17260"/>
                  </a:lnTo>
                  <a:cubicBezTo>
                    <a:pt x="21239" y="17300"/>
                    <a:pt x="21284" y="17330"/>
                    <a:pt x="21333" y="17330"/>
                  </a:cubicBezTo>
                  <a:cubicBezTo>
                    <a:pt x="21478" y="17330"/>
                    <a:pt x="21589" y="17120"/>
                    <a:pt x="21589" y="16869"/>
                  </a:cubicBezTo>
                  <a:cubicBezTo>
                    <a:pt x="21600" y="16608"/>
                    <a:pt x="21483" y="16398"/>
                    <a:pt x="21345" y="16398"/>
                  </a:cubicBezTo>
                  <a:close/>
                  <a:moveTo>
                    <a:pt x="8660" y="15937"/>
                  </a:moveTo>
                  <a:cubicBezTo>
                    <a:pt x="8571" y="15937"/>
                    <a:pt x="8488" y="16027"/>
                    <a:pt x="8444" y="16157"/>
                  </a:cubicBezTo>
                  <a:lnTo>
                    <a:pt x="4819" y="11607"/>
                  </a:lnTo>
                  <a:cubicBezTo>
                    <a:pt x="4841" y="11537"/>
                    <a:pt x="4852" y="11467"/>
                    <a:pt x="4852" y="11386"/>
                  </a:cubicBezTo>
                  <a:cubicBezTo>
                    <a:pt x="4852" y="11376"/>
                    <a:pt x="4852" y="11366"/>
                    <a:pt x="4852" y="11366"/>
                  </a:cubicBezTo>
                  <a:lnTo>
                    <a:pt x="12807" y="9041"/>
                  </a:lnTo>
                  <a:cubicBezTo>
                    <a:pt x="12818" y="9101"/>
                    <a:pt x="12829" y="9151"/>
                    <a:pt x="12851" y="9191"/>
                  </a:cubicBezTo>
                  <a:lnTo>
                    <a:pt x="8793" y="16007"/>
                  </a:lnTo>
                  <a:cubicBezTo>
                    <a:pt x="8754" y="15957"/>
                    <a:pt x="8710" y="15937"/>
                    <a:pt x="8660" y="15937"/>
                  </a:cubicBezTo>
                  <a:close/>
                </a:path>
              </a:pathLst>
            </a:custGeom>
            <a:solidFill>
              <a:schemeClr val="bg1"/>
            </a:solidFill>
            <a:ln w="1270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38160" rIns="38160" tIns="38160" bIns="38160" anchor="ctr">
              <a:noAutofit/>
            </a:bodyPr>
            <a:p>
              <a:endParaRPr b="0" lang="en-US" sz="3000" strike="noStrike" u="none">
                <a:solidFill>
                  <a:srgbClr val="ffffff"/>
                </a:solidFill>
                <a:effectLst/>
                <a:uFillTx/>
                <a:latin typeface="Calibri"/>
              </a:endParaRPr>
            </a:p>
          </p:txBody>
        </p:sp>
      </p:grpSp>
      <p:sp>
        <p:nvSpPr>
          <p:cNvPr id="214" name="PlaceHolder 1"/>
          <p:cNvSpPr>
            <a:spLocks noGrp="1"/>
          </p:cNvSpPr>
          <p:nvPr>
            <p:ph type="title"/>
          </p:nvPr>
        </p:nvSpPr>
        <p:spPr>
          <a:xfrm>
            <a:off x="837360" y="365040"/>
            <a:ext cx="1051236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0" lang="en-US" sz="4400" strike="noStrike" u="none">
                <a:solidFill>
                  <a:schemeClr val="lt1"/>
                </a:solidFill>
                <a:effectLst/>
                <a:uFillTx/>
                <a:latin typeface="Calibri Light"/>
              </a:rPr>
              <a:t>Click to edit Master title style</a:t>
            </a:r>
            <a:endParaRPr b="0" lang="en-US" sz="4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15" name="PlaceHolder 2"/>
          <p:cNvSpPr>
            <a:spLocks noGrp="1"/>
          </p:cNvSpPr>
          <p:nvPr>
            <p:ph type="body"/>
          </p:nvPr>
        </p:nvSpPr>
        <p:spPr>
          <a:xfrm>
            <a:off x="1225800" y="1825560"/>
            <a:ext cx="10124280" cy="3359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spcAft>
                <a:spcPts val="1199"/>
              </a:spcAft>
              <a:buClr>
                <a:srgbClr val="ffffff"/>
              </a:buClr>
              <a:buFont typeface="Arial"/>
              <a:buChar char="•"/>
            </a:pPr>
            <a:r>
              <a:rPr b="0" lang="en-US" sz="2800" strike="noStrike" u="none">
                <a:solidFill>
                  <a:schemeClr val="lt1"/>
                </a:solidFill>
                <a:effectLst/>
                <a:uFillTx/>
                <a:latin typeface="Calibri"/>
              </a:rPr>
              <a:t>Click to edit Master text styles</a:t>
            </a:r>
            <a:endParaRPr b="0" lang="en-US" sz="2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  <a:p>
            <a:pPr lvl="1" marL="685800" indent="-228600" defTabSz="914400">
              <a:lnSpc>
                <a:spcPct val="90000"/>
              </a:lnSpc>
              <a:spcBef>
                <a:spcPts val="499"/>
              </a:spcBef>
              <a:spcAft>
                <a:spcPts val="1199"/>
              </a:spcAft>
              <a:buClr>
                <a:srgbClr val="ffffff"/>
              </a:buClr>
              <a:buFont typeface="Arial"/>
              <a:buChar char="•"/>
            </a:pPr>
            <a:r>
              <a:rPr b="0" lang="en-US" sz="2400" strike="noStrike" u="none">
                <a:solidFill>
                  <a:schemeClr val="lt1"/>
                </a:solidFill>
                <a:effectLst/>
                <a:uFillTx/>
                <a:latin typeface="Calibri"/>
              </a:rPr>
              <a:t>Second level</a:t>
            </a:r>
            <a:endParaRPr b="0" lang="en-US" sz="24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  <a:p>
            <a:pPr lvl="2" marL="1143000" indent="-228600" defTabSz="914400">
              <a:lnSpc>
                <a:spcPct val="90000"/>
              </a:lnSpc>
              <a:spcBef>
                <a:spcPts val="499"/>
              </a:spcBef>
              <a:spcAft>
                <a:spcPts val="1199"/>
              </a:spcAft>
              <a:buClr>
                <a:srgbClr val="ffffff"/>
              </a:buClr>
              <a:buFont typeface="Arial"/>
              <a:buChar char="•"/>
            </a:pPr>
            <a:r>
              <a:rPr b="0" lang="en-US" sz="2000" strike="noStrike" u="none">
                <a:solidFill>
                  <a:schemeClr val="lt1"/>
                </a:solidFill>
                <a:effectLst/>
                <a:uFillTx/>
                <a:latin typeface="Calibri"/>
              </a:rPr>
              <a:t>Third level</a:t>
            </a:r>
            <a:endParaRPr b="0" lang="en-US" sz="20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  <a:p>
            <a:pPr lvl="3" marL="1600200" indent="-228600" defTabSz="914400">
              <a:lnSpc>
                <a:spcPct val="90000"/>
              </a:lnSpc>
              <a:spcBef>
                <a:spcPts val="499"/>
              </a:spcBef>
              <a:spcAft>
                <a:spcPts val="1199"/>
              </a:spcAft>
              <a:buClr>
                <a:srgbClr val="ffffff"/>
              </a:buClr>
              <a:buFont typeface="Arial"/>
              <a:buChar char="•"/>
            </a:pPr>
            <a:r>
              <a:rPr b="0" lang="en-US" sz="1800" strike="noStrike" u="none">
                <a:solidFill>
                  <a:schemeClr val="lt1"/>
                </a:solidFill>
                <a:effectLst/>
                <a:uFillTx/>
                <a:latin typeface="Calibri"/>
              </a:rPr>
              <a:t>Fourth level</a:t>
            </a: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  <a:p>
            <a:pPr lvl="4" marL="2057400" indent="-228600" defTabSz="914400">
              <a:lnSpc>
                <a:spcPct val="90000"/>
              </a:lnSpc>
              <a:spcBef>
                <a:spcPts val="499"/>
              </a:spcBef>
              <a:spcAft>
                <a:spcPts val="1199"/>
              </a:spcAft>
              <a:buClr>
                <a:srgbClr val="ffffff"/>
              </a:buClr>
              <a:buFont typeface="Arial"/>
              <a:buChar char="•"/>
            </a:pPr>
            <a:r>
              <a:rPr b="0" lang="en-US" sz="1800" strike="noStrike" u="none">
                <a:solidFill>
                  <a:schemeClr val="lt1"/>
                </a:solidFill>
                <a:effectLst/>
                <a:uFillTx/>
                <a:latin typeface="Calibri"/>
              </a:rPr>
              <a:t>Fifth level</a:t>
            </a: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16" name="PlaceHolder 3"/>
          <p:cNvSpPr>
            <a:spLocks noGrp="1"/>
          </p:cNvSpPr>
          <p:nvPr>
            <p:ph type="dt" idx="25"/>
          </p:nvPr>
        </p:nvSpPr>
        <p:spPr>
          <a:xfrm>
            <a:off x="4937400" y="6356520"/>
            <a:ext cx="122760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trike="noStrike" u="none">
                <a:solidFill>
                  <a:schemeClr val="lt1">
                    <a:lumMod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trike="noStrike" u="none">
                <a:solidFill>
                  <a:schemeClr val="lt1">
                    <a:lumMod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b="0" lang="en-US" sz="12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17" name="PlaceHolder 4"/>
          <p:cNvSpPr>
            <a:spLocks noGrp="1"/>
          </p:cNvSpPr>
          <p:nvPr>
            <p:ph type="ftr" idx="26"/>
          </p:nvPr>
        </p:nvSpPr>
        <p:spPr>
          <a:xfrm>
            <a:off x="6298200" y="6356520"/>
            <a:ext cx="359028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defRPr b="0" lang="en-US" sz="1200" strike="noStrike" u="none">
                <a:solidFill>
                  <a:schemeClr val="lt1">
                    <a:lumMod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r>
              <a:rPr b="0" lang="en-US" sz="1200" strike="noStrike" u="none">
                <a:solidFill>
                  <a:schemeClr val="lt1">
                    <a:lumMod val="75000"/>
                  </a:schemeClr>
                </a:solidFill>
                <a:effectLst/>
                <a:uFillTx/>
                <a:latin typeface="Calibri"/>
              </a:rPr>
              <a:t>&lt;footer&gt;</a:t>
            </a:r>
            <a:endParaRPr b="0" lang="en-US" sz="12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18" name="PlaceHolder 5"/>
          <p:cNvSpPr>
            <a:spLocks noGrp="1"/>
          </p:cNvSpPr>
          <p:nvPr>
            <p:ph type="sldNum" idx="27"/>
          </p:nvPr>
        </p:nvSpPr>
        <p:spPr>
          <a:xfrm>
            <a:off x="10021680" y="6356520"/>
            <a:ext cx="13280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trike="noStrike" u="none">
                <a:solidFill>
                  <a:schemeClr val="lt1">
                    <a:lumMod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00F23393-C476-4AA7-B9C8-722ED42F1E43}" type="slidenum">
              <a:rPr b="0" lang="en-US" sz="1200" strike="noStrike" u="none">
                <a:solidFill>
                  <a:schemeClr val="lt1">
                    <a:lumMod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b="0" lang="en-US" sz="12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2_Title and Content 1">
    <p:bg>
      <p:bgPr>
        <a:gradFill rotWithShape="0">
          <a:gsLst>
            <a:gs pos="0">
              <a:srgbClr val="253848"/>
            </a:gs>
            <a:gs pos="100000">
              <a:srgbClr val="134163"/>
            </a:gs>
          </a:gsLst>
          <a:lin ang="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Rectangle 6"/>
          <p:cNvSpPr/>
          <p:nvPr/>
        </p:nvSpPr>
        <p:spPr>
          <a:xfrm>
            <a:off x="-11880" y="7007400"/>
            <a:ext cx="1665720" cy="280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100" strike="noStrike" u="none">
                <a:solidFill>
                  <a:schemeClr val="accent1"/>
                </a:solidFill>
                <a:effectLst/>
                <a:uFillTx/>
                <a:latin typeface="Open Sans"/>
              </a:rPr>
              <a:t>© </a:t>
            </a:r>
            <a:r>
              <a:rPr b="0" lang="en-US" sz="1100" strike="noStrike" u="none">
                <a:solidFill>
                  <a:schemeClr val="accent1"/>
                </a:solidFill>
                <a:effectLst/>
                <a:uFillTx/>
                <a:latin typeface="Open Sans"/>
                <a:hlinkClick r:id="rId2"/>
              </a:rPr>
              <a:t>presentationgo.com</a:t>
            </a:r>
            <a:endParaRPr b="0" lang="en-US" sz="11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grpSp>
        <p:nvGrpSpPr>
          <p:cNvPr id="220" name="Group 7"/>
          <p:cNvGrpSpPr/>
          <p:nvPr/>
        </p:nvGrpSpPr>
        <p:grpSpPr>
          <a:xfrm>
            <a:off x="-1653840" y="-16560"/>
            <a:ext cx="1564200" cy="608760"/>
            <a:chOff x="-1653840" y="-16560"/>
            <a:chExt cx="1564200" cy="608760"/>
          </a:xfrm>
        </p:grpSpPr>
        <p:sp>
          <p:nvSpPr>
            <p:cNvPr id="221" name="TextBox 8"/>
            <p:cNvSpPr/>
            <p:nvPr/>
          </p:nvSpPr>
          <p:spPr>
            <a:xfrm>
              <a:off x="-1653840" y="-16560"/>
              <a:ext cx="361440" cy="2430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t">
              <a:spAutoFit/>
            </a:bodyPr>
            <a:p>
              <a:pPr defTabSz="457200">
                <a:lnSpc>
                  <a:spcPct val="100000"/>
                </a:lnSpc>
              </a:pPr>
              <a:r>
                <a:rPr b="0" lang="en-US" sz="1000" strike="noStrike" u="none">
                  <a:solidFill>
                    <a:schemeClr val="dk1"/>
                  </a:solidFill>
                  <a:effectLst/>
                  <a:uFillTx/>
                  <a:latin typeface="Open Sans"/>
                  <a:ea typeface="Open Sans"/>
                </a:rPr>
                <a:t>By:</a:t>
              </a:r>
              <a:endParaRPr b="0" lang="en-US" sz="10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22" name="TextBox 9"/>
            <p:cNvSpPr/>
            <p:nvPr/>
          </p:nvSpPr>
          <p:spPr>
            <a:xfrm>
              <a:off x="-559800" y="349200"/>
              <a:ext cx="470160" cy="2430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t">
              <a:spAutoFit/>
            </a:bodyPr>
            <a:p>
              <a:pPr defTabSz="457200">
                <a:lnSpc>
                  <a:spcPct val="100000"/>
                </a:lnSpc>
              </a:pPr>
              <a:r>
                <a:rPr b="0" lang="en-US" sz="1000" strike="noStrike" u="none">
                  <a:solidFill>
                    <a:schemeClr val="dk1"/>
                  </a:solidFill>
                  <a:effectLst/>
                  <a:uFillTx/>
                  <a:latin typeface="Open Sans"/>
                  <a:ea typeface="Open Sans"/>
                </a:rPr>
                <a:t>.com</a:t>
              </a:r>
              <a:endParaRPr b="0" lang="en-US" sz="10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pic>
          <p:nvPicPr>
            <p:cNvPr id="223" name="Picture 10" descr=""/>
            <p:cNvPicPr/>
            <p:nvPr/>
          </p:nvPicPr>
          <p:blipFill>
            <a:blip r:embed="rId3"/>
            <a:stretch/>
          </p:blipFill>
          <p:spPr>
            <a:xfrm>
              <a:off x="-1576080" y="196560"/>
              <a:ext cx="1404360" cy="185760"/>
            </a:xfrm>
            <a:prstGeom prst="rect">
              <a:avLst/>
            </a:prstGeom>
            <a:noFill/>
            <a:ln w="0">
              <a:noFill/>
            </a:ln>
          </p:spPr>
        </p:pic>
      </p:grpSp>
      <p:grpSp>
        <p:nvGrpSpPr>
          <p:cNvPr id="224" name="Group 9"/>
          <p:cNvGrpSpPr/>
          <p:nvPr/>
        </p:nvGrpSpPr>
        <p:grpSpPr>
          <a:xfrm>
            <a:off x="8896320" y="-32760"/>
            <a:ext cx="3313800" cy="3865680"/>
            <a:chOff x="8896320" y="-32760"/>
            <a:chExt cx="3313800" cy="3865680"/>
          </a:xfrm>
        </p:grpSpPr>
        <p:sp>
          <p:nvSpPr>
            <p:cNvPr id="225" name="Shape"/>
            <p:cNvSpPr/>
            <p:nvPr/>
          </p:nvSpPr>
          <p:spPr>
            <a:xfrm>
              <a:off x="8898120" y="1800"/>
              <a:ext cx="3290760" cy="2485080"/>
            </a:xfrm>
            <a:custGeom>
              <a:avLst/>
              <a:gdLst>
                <a:gd name="textAreaLeft" fmla="*/ 0 w 3290760"/>
                <a:gd name="textAreaRight" fmla="*/ 3291120 w 3290760"/>
                <a:gd name="textAreaTop" fmla="*/ 0 h 2485080"/>
                <a:gd name="textAreaBottom" fmla="*/ 2485440 h 2485080"/>
                <a:gd name="GluePoint1X" fmla="logwidth/2"/>
                <a:gd name="GluePoint1Y" fmla="logheight/2"/>
                <a:gd name="GluePoint2X" fmla="logwidth/2"/>
                <a:gd name="GluePoint2Y" fmla="logheight/2"/>
                <a:gd name="GluePoint3X" fmla="logwidth/2"/>
                <a:gd name="GluePoint3Y" fmla="logheight/2"/>
                <a:gd name="GluePoint4X" fmla="logwidth/2"/>
                <a:gd name="GluePoint4Y" fmla="logheight/2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21600" h="21600">
                  <a:moveTo>
                    <a:pt x="0" y="0"/>
                  </a:moveTo>
                  <a:lnTo>
                    <a:pt x="6033" y="9525"/>
                  </a:lnTo>
                  <a:lnTo>
                    <a:pt x="13358" y="7583"/>
                  </a:lnTo>
                  <a:lnTo>
                    <a:pt x="21600" y="21600"/>
                  </a:lnTo>
                  <a:lnTo>
                    <a:pt x="21600" y="0"/>
                  </a:lnTo>
                  <a:close/>
                </a:path>
              </a:pathLst>
            </a:custGeom>
            <a:gradFill rotWithShape="0">
              <a:gsLst>
                <a:gs pos="0">
                  <a:srgbClr val="338088"/>
                </a:gs>
                <a:gs pos="48000">
                  <a:srgbClr val="5db8c2"/>
                </a:gs>
                <a:gs pos="100000">
                  <a:srgbClr val="9bd3d9"/>
                </a:gs>
              </a:gsLst>
              <a:lin ang="10800000"/>
            </a:gradFill>
            <a:ln w="1270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38160" rIns="38160" tIns="38160" bIns="38160" anchor="ctr">
              <a:noAutofit/>
            </a:bodyPr>
            <a:p>
              <a:endParaRPr b="0" lang="en-US" sz="3000" strike="noStrike" u="none">
                <a:solidFill>
                  <a:srgbClr val="ffffff"/>
                </a:solidFill>
                <a:effectLst/>
                <a:uFillTx/>
                <a:latin typeface="Calibri"/>
              </a:endParaRPr>
            </a:p>
          </p:txBody>
        </p:sp>
        <p:sp>
          <p:nvSpPr>
            <p:cNvPr id="226" name="Shape"/>
            <p:cNvSpPr/>
            <p:nvPr/>
          </p:nvSpPr>
          <p:spPr>
            <a:xfrm>
              <a:off x="8896320" y="-32760"/>
              <a:ext cx="3313800" cy="3865680"/>
            </a:xfrm>
            <a:custGeom>
              <a:avLst/>
              <a:gdLst>
                <a:gd name="textAreaLeft" fmla="*/ 0 w 3313800"/>
                <a:gd name="textAreaRight" fmla="*/ 3314160 w 3313800"/>
                <a:gd name="textAreaTop" fmla="*/ 0 h 3865680"/>
                <a:gd name="textAreaBottom" fmla="*/ 3866040 h 3865680"/>
                <a:gd name="GluePoint1X" fmla="logwidth/2"/>
                <a:gd name="GluePoint1Y" fmla="logheight/2"/>
                <a:gd name="GluePoint2X" fmla="logwidth/2"/>
                <a:gd name="GluePoint2Y" fmla="logheight/2"/>
                <a:gd name="GluePoint3X" fmla="logwidth/2"/>
                <a:gd name="GluePoint3Y" fmla="logheight/2"/>
                <a:gd name="GluePoint4X" fmla="logwidth/2"/>
                <a:gd name="GluePoint4Y" fmla="logheight/2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21600" h="21600">
                  <a:moveTo>
                    <a:pt x="12430" y="11304"/>
                  </a:moveTo>
                  <a:lnTo>
                    <a:pt x="21600" y="14064"/>
                  </a:lnTo>
                  <a:lnTo>
                    <a:pt x="13498" y="5145"/>
                  </a:lnTo>
                  <a:cubicBezTo>
                    <a:pt x="13531" y="5102"/>
                    <a:pt x="13548" y="5045"/>
                    <a:pt x="13556" y="4988"/>
                  </a:cubicBezTo>
                  <a:lnTo>
                    <a:pt x="21484" y="4329"/>
                  </a:lnTo>
                  <a:lnTo>
                    <a:pt x="21476" y="4258"/>
                  </a:lnTo>
                  <a:lnTo>
                    <a:pt x="13548" y="4917"/>
                  </a:lnTo>
                  <a:cubicBezTo>
                    <a:pt x="13531" y="4839"/>
                    <a:pt x="13481" y="4768"/>
                    <a:pt x="13415" y="4726"/>
                  </a:cubicBezTo>
                  <a:lnTo>
                    <a:pt x="14905" y="43"/>
                  </a:lnTo>
                  <a:lnTo>
                    <a:pt x="14822" y="21"/>
                  </a:lnTo>
                  <a:lnTo>
                    <a:pt x="13332" y="4683"/>
                  </a:lnTo>
                  <a:cubicBezTo>
                    <a:pt x="13283" y="4662"/>
                    <a:pt x="13225" y="4648"/>
                    <a:pt x="13159" y="4648"/>
                  </a:cubicBezTo>
                  <a:cubicBezTo>
                    <a:pt x="13059" y="4648"/>
                    <a:pt x="12968" y="4683"/>
                    <a:pt x="12902" y="4733"/>
                  </a:cubicBezTo>
                  <a:lnTo>
                    <a:pt x="3964" y="0"/>
                  </a:lnTo>
                  <a:lnTo>
                    <a:pt x="3923" y="64"/>
                  </a:lnTo>
                  <a:lnTo>
                    <a:pt x="12852" y="4790"/>
                  </a:lnTo>
                  <a:cubicBezTo>
                    <a:pt x="12811" y="4847"/>
                    <a:pt x="12786" y="4910"/>
                    <a:pt x="12786" y="4981"/>
                  </a:cubicBezTo>
                  <a:cubicBezTo>
                    <a:pt x="12786" y="4996"/>
                    <a:pt x="12786" y="5017"/>
                    <a:pt x="12794" y="5031"/>
                  </a:cubicBezTo>
                  <a:lnTo>
                    <a:pt x="6290" y="6145"/>
                  </a:lnTo>
                  <a:cubicBezTo>
                    <a:pt x="6223" y="6046"/>
                    <a:pt x="6099" y="5982"/>
                    <a:pt x="5959" y="5982"/>
                  </a:cubicBezTo>
                  <a:cubicBezTo>
                    <a:pt x="5917" y="5982"/>
                    <a:pt x="5884" y="5989"/>
                    <a:pt x="5843" y="5996"/>
                  </a:cubicBezTo>
                  <a:lnTo>
                    <a:pt x="66" y="85"/>
                  </a:lnTo>
                  <a:lnTo>
                    <a:pt x="0" y="128"/>
                  </a:lnTo>
                  <a:lnTo>
                    <a:pt x="5760" y="6024"/>
                  </a:lnTo>
                  <a:cubicBezTo>
                    <a:pt x="5644" y="6081"/>
                    <a:pt x="5570" y="6188"/>
                    <a:pt x="5570" y="6308"/>
                  </a:cubicBezTo>
                  <a:cubicBezTo>
                    <a:pt x="5570" y="6493"/>
                    <a:pt x="5743" y="6635"/>
                    <a:pt x="5950" y="6635"/>
                  </a:cubicBezTo>
                  <a:cubicBezTo>
                    <a:pt x="6157" y="6635"/>
                    <a:pt x="6331" y="6486"/>
                    <a:pt x="6331" y="6308"/>
                  </a:cubicBezTo>
                  <a:cubicBezTo>
                    <a:pt x="6331" y="6273"/>
                    <a:pt x="6323" y="6244"/>
                    <a:pt x="6314" y="6209"/>
                  </a:cubicBezTo>
                  <a:lnTo>
                    <a:pt x="12811" y="5095"/>
                  </a:lnTo>
                  <a:cubicBezTo>
                    <a:pt x="12869" y="5216"/>
                    <a:pt x="13001" y="5308"/>
                    <a:pt x="13167" y="5308"/>
                  </a:cubicBezTo>
                  <a:cubicBezTo>
                    <a:pt x="13175" y="5308"/>
                    <a:pt x="13175" y="5308"/>
                    <a:pt x="13183" y="5308"/>
                  </a:cubicBezTo>
                  <a:lnTo>
                    <a:pt x="12099" y="10835"/>
                  </a:lnTo>
                  <a:cubicBezTo>
                    <a:pt x="12091" y="10835"/>
                    <a:pt x="12083" y="10835"/>
                    <a:pt x="12074" y="10835"/>
                  </a:cubicBezTo>
                  <a:cubicBezTo>
                    <a:pt x="11859" y="10835"/>
                    <a:pt x="11694" y="10984"/>
                    <a:pt x="11694" y="11162"/>
                  </a:cubicBezTo>
                  <a:cubicBezTo>
                    <a:pt x="11694" y="11339"/>
                    <a:pt x="11868" y="11488"/>
                    <a:pt x="12074" y="11488"/>
                  </a:cubicBezTo>
                  <a:cubicBezTo>
                    <a:pt x="12149" y="11488"/>
                    <a:pt x="12215" y="11467"/>
                    <a:pt x="12273" y="11439"/>
                  </a:cubicBezTo>
                  <a:lnTo>
                    <a:pt x="21443" y="21600"/>
                  </a:lnTo>
                  <a:lnTo>
                    <a:pt x="21509" y="21557"/>
                  </a:lnTo>
                  <a:lnTo>
                    <a:pt x="12348" y="11396"/>
                  </a:lnTo>
                  <a:cubicBezTo>
                    <a:pt x="12389" y="11375"/>
                    <a:pt x="12414" y="11339"/>
                    <a:pt x="12430" y="11304"/>
                  </a:cubicBezTo>
                  <a:close/>
                  <a:moveTo>
                    <a:pt x="13283" y="5294"/>
                  </a:moveTo>
                  <a:cubicBezTo>
                    <a:pt x="13349" y="5279"/>
                    <a:pt x="13407" y="5244"/>
                    <a:pt x="13457" y="5208"/>
                  </a:cubicBezTo>
                  <a:lnTo>
                    <a:pt x="21368" y="13922"/>
                  </a:lnTo>
                  <a:lnTo>
                    <a:pt x="12463" y="11240"/>
                  </a:lnTo>
                  <a:cubicBezTo>
                    <a:pt x="12472" y="11219"/>
                    <a:pt x="12472" y="11190"/>
                    <a:pt x="12472" y="11162"/>
                  </a:cubicBezTo>
                  <a:cubicBezTo>
                    <a:pt x="12472" y="11013"/>
                    <a:pt x="12356" y="10885"/>
                    <a:pt x="12190" y="10850"/>
                  </a:cubicBezTo>
                  <a:lnTo>
                    <a:pt x="13283" y="5294"/>
                  </a:lnTo>
                  <a:close/>
                </a:path>
              </a:pathLst>
            </a:custGeom>
            <a:solidFill>
              <a:schemeClr val="bg1"/>
            </a:solidFill>
            <a:ln w="1270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38160" rIns="38160" tIns="38160" bIns="38160" anchor="ctr">
              <a:noAutofit/>
            </a:bodyPr>
            <a:p>
              <a:endParaRPr b="0" lang="en-US" sz="3000" strike="noStrike" u="none">
                <a:solidFill>
                  <a:srgbClr val="ffffff"/>
                </a:solidFill>
                <a:effectLst/>
                <a:uFillTx/>
                <a:latin typeface="Calibri"/>
              </a:endParaRPr>
            </a:p>
          </p:txBody>
        </p:sp>
      </p:grpSp>
      <p:sp>
        <p:nvSpPr>
          <p:cNvPr id="227" name="PlaceHolder 1"/>
          <p:cNvSpPr>
            <a:spLocks noGrp="1"/>
          </p:cNvSpPr>
          <p:nvPr>
            <p:ph type="title"/>
          </p:nvPr>
        </p:nvSpPr>
        <p:spPr>
          <a:xfrm>
            <a:off x="837360" y="365040"/>
            <a:ext cx="1051236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0" lang="en-US" sz="4400" strike="noStrike" u="none">
                <a:solidFill>
                  <a:schemeClr val="lt1"/>
                </a:solidFill>
                <a:effectLst/>
                <a:uFillTx/>
                <a:latin typeface="Calibri Light"/>
              </a:rPr>
              <a:t>Click to </a:t>
            </a:r>
            <a:r>
              <a:rPr b="0" lang="en-US" sz="4400" strike="noStrike" u="none">
                <a:solidFill>
                  <a:schemeClr val="lt1"/>
                </a:solidFill>
                <a:effectLst/>
                <a:uFillTx/>
                <a:latin typeface="Calibri Light"/>
              </a:rPr>
              <a:t>edit </a:t>
            </a:r>
            <a:r>
              <a:rPr b="0" lang="en-US" sz="4400" strike="noStrike" u="none">
                <a:solidFill>
                  <a:schemeClr val="lt1"/>
                </a:solidFill>
                <a:effectLst/>
                <a:uFillTx/>
                <a:latin typeface="Calibri Light"/>
              </a:rPr>
              <a:t>Master </a:t>
            </a:r>
            <a:r>
              <a:rPr b="0" lang="en-US" sz="4400" strike="noStrike" u="none">
                <a:solidFill>
                  <a:schemeClr val="lt1"/>
                </a:solidFill>
                <a:effectLst/>
                <a:uFillTx/>
                <a:latin typeface="Calibri Light"/>
              </a:rPr>
              <a:t>title </a:t>
            </a:r>
            <a:r>
              <a:rPr b="0" lang="en-US" sz="4400" strike="noStrike" u="none">
                <a:solidFill>
                  <a:schemeClr val="lt1"/>
                </a:solidFill>
                <a:effectLst/>
                <a:uFillTx/>
                <a:latin typeface="Calibri Light"/>
              </a:rPr>
              <a:t>style</a:t>
            </a:r>
            <a:endParaRPr b="0" lang="en-US" sz="4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28" name="PlaceHolder 2"/>
          <p:cNvSpPr>
            <a:spLocks noGrp="1"/>
          </p:cNvSpPr>
          <p:nvPr>
            <p:ph type="body"/>
          </p:nvPr>
        </p:nvSpPr>
        <p:spPr>
          <a:xfrm>
            <a:off x="837360" y="1825560"/>
            <a:ext cx="10512360" cy="4350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spcAft>
                <a:spcPts val="1199"/>
              </a:spcAft>
              <a:buClr>
                <a:srgbClr val="ffffff"/>
              </a:buClr>
              <a:buFont typeface="Arial"/>
              <a:buChar char="•"/>
            </a:pPr>
            <a:r>
              <a:rPr b="0" lang="en-US" sz="2800" strike="noStrike" u="none">
                <a:solidFill>
                  <a:schemeClr val="lt1"/>
                </a:solidFill>
                <a:effectLst/>
                <a:uFillTx/>
                <a:latin typeface="Calibri"/>
              </a:rPr>
              <a:t>Click to edit Master text styles</a:t>
            </a:r>
            <a:endParaRPr b="0" lang="en-US" sz="2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  <a:p>
            <a:pPr lvl="1" marL="685800" indent="-228600" defTabSz="914400">
              <a:lnSpc>
                <a:spcPct val="90000"/>
              </a:lnSpc>
              <a:spcBef>
                <a:spcPts val="499"/>
              </a:spcBef>
              <a:spcAft>
                <a:spcPts val="1199"/>
              </a:spcAft>
              <a:buClr>
                <a:srgbClr val="ffffff"/>
              </a:buClr>
              <a:buFont typeface="Arial"/>
              <a:buChar char="•"/>
            </a:pPr>
            <a:r>
              <a:rPr b="0" lang="en-US" sz="2400" strike="noStrike" u="none">
                <a:solidFill>
                  <a:schemeClr val="lt1"/>
                </a:solidFill>
                <a:effectLst/>
                <a:uFillTx/>
                <a:latin typeface="Calibri"/>
              </a:rPr>
              <a:t>Second level</a:t>
            </a:r>
            <a:endParaRPr b="0" lang="en-US" sz="24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  <a:p>
            <a:pPr lvl="2" marL="1143000" indent="-228600" defTabSz="914400">
              <a:lnSpc>
                <a:spcPct val="90000"/>
              </a:lnSpc>
              <a:spcBef>
                <a:spcPts val="499"/>
              </a:spcBef>
              <a:spcAft>
                <a:spcPts val="1199"/>
              </a:spcAft>
              <a:buClr>
                <a:srgbClr val="ffffff"/>
              </a:buClr>
              <a:buFont typeface="Arial"/>
              <a:buChar char="•"/>
            </a:pPr>
            <a:r>
              <a:rPr b="0" lang="en-US" sz="2000" strike="noStrike" u="none">
                <a:solidFill>
                  <a:schemeClr val="lt1"/>
                </a:solidFill>
                <a:effectLst/>
                <a:uFillTx/>
                <a:latin typeface="Calibri"/>
              </a:rPr>
              <a:t>Third level</a:t>
            </a:r>
            <a:endParaRPr b="0" lang="en-US" sz="20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  <a:p>
            <a:pPr lvl="3" marL="1600200" indent="-228600" defTabSz="914400">
              <a:lnSpc>
                <a:spcPct val="90000"/>
              </a:lnSpc>
              <a:spcBef>
                <a:spcPts val="499"/>
              </a:spcBef>
              <a:spcAft>
                <a:spcPts val="1199"/>
              </a:spcAft>
              <a:buClr>
                <a:srgbClr val="ffffff"/>
              </a:buClr>
              <a:buFont typeface="Arial"/>
              <a:buChar char="•"/>
            </a:pPr>
            <a:r>
              <a:rPr b="0" lang="en-US" sz="1800" strike="noStrike" u="none">
                <a:solidFill>
                  <a:schemeClr val="lt1"/>
                </a:solidFill>
                <a:effectLst/>
                <a:uFillTx/>
                <a:latin typeface="Calibri"/>
              </a:rPr>
              <a:t>Fourth level</a:t>
            </a: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  <a:p>
            <a:pPr lvl="4" marL="2057400" indent="-228600" defTabSz="914400">
              <a:lnSpc>
                <a:spcPct val="90000"/>
              </a:lnSpc>
              <a:spcBef>
                <a:spcPts val="499"/>
              </a:spcBef>
              <a:spcAft>
                <a:spcPts val="1199"/>
              </a:spcAft>
              <a:buClr>
                <a:srgbClr val="ffffff"/>
              </a:buClr>
              <a:buFont typeface="Arial"/>
              <a:buChar char="•"/>
            </a:pPr>
            <a:r>
              <a:rPr b="0" lang="en-US" sz="1800" strike="noStrike" u="none">
                <a:solidFill>
                  <a:schemeClr val="lt1"/>
                </a:solidFill>
                <a:effectLst/>
                <a:uFillTx/>
                <a:latin typeface="Calibri"/>
              </a:rPr>
              <a:t>Fifth level</a:t>
            </a: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29" name="PlaceHolder 3"/>
          <p:cNvSpPr>
            <a:spLocks noGrp="1"/>
          </p:cNvSpPr>
          <p:nvPr>
            <p:ph type="dt" idx="28"/>
          </p:nvPr>
        </p:nvSpPr>
        <p:spPr>
          <a:xfrm>
            <a:off x="837360" y="6356520"/>
            <a:ext cx="2742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trike="noStrike" u="none">
                <a:solidFill>
                  <a:schemeClr val="lt1">
                    <a:lumMod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trike="noStrike" u="none">
                <a:solidFill>
                  <a:schemeClr val="lt1">
                    <a:lumMod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b="0" lang="en-US" sz="12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30" name="PlaceHolder 4"/>
          <p:cNvSpPr>
            <a:spLocks noGrp="1"/>
          </p:cNvSpPr>
          <p:nvPr>
            <p:ph type="ftr" idx="29"/>
          </p:nvPr>
        </p:nvSpPr>
        <p:spPr>
          <a:xfrm>
            <a:off x="4037040" y="6356520"/>
            <a:ext cx="411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defRPr b="0" lang="en-US" sz="1200" strike="noStrike" u="none">
                <a:solidFill>
                  <a:schemeClr val="lt1">
                    <a:lumMod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r>
              <a:rPr b="0" lang="en-US" sz="1200" strike="noStrike" u="none">
                <a:solidFill>
                  <a:schemeClr val="lt1">
                    <a:lumMod val="75000"/>
                  </a:schemeClr>
                </a:solidFill>
                <a:effectLst/>
                <a:uFillTx/>
                <a:latin typeface="Calibri"/>
              </a:rPr>
              <a:t>&lt;footer&gt;</a:t>
            </a:r>
            <a:endParaRPr b="0" lang="en-US" sz="12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31" name="PlaceHolder 5"/>
          <p:cNvSpPr>
            <a:spLocks noGrp="1"/>
          </p:cNvSpPr>
          <p:nvPr>
            <p:ph type="sldNum" idx="30"/>
          </p:nvPr>
        </p:nvSpPr>
        <p:spPr>
          <a:xfrm>
            <a:off x="8607600" y="6356520"/>
            <a:ext cx="2742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trike="noStrike" u="none">
                <a:solidFill>
                  <a:schemeClr val="lt1">
                    <a:lumMod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E20FD4C0-8A7E-4619-ADF2-647BF47394E5}" type="slidenum">
              <a:rPr b="0" lang="en-US" sz="1200" strike="noStrike" u="none">
                <a:solidFill>
                  <a:schemeClr val="lt1">
                    <a:lumMod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b="0" lang="en-US" sz="12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1_Title Slide">
    <p:bg>
      <p:bgPr>
        <a:gradFill rotWithShape="0">
          <a:gsLst>
            <a:gs pos="0">
              <a:srgbClr val="253848"/>
            </a:gs>
            <a:gs pos="100000">
              <a:srgbClr val="134163"/>
            </a:gs>
          </a:gsLst>
          <a:lin ang="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Rectangle 6"/>
          <p:cNvSpPr/>
          <p:nvPr/>
        </p:nvSpPr>
        <p:spPr>
          <a:xfrm>
            <a:off x="-11880" y="7007400"/>
            <a:ext cx="1665720" cy="280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100" strike="noStrike" u="none">
                <a:solidFill>
                  <a:schemeClr val="accent1"/>
                </a:solidFill>
                <a:effectLst/>
                <a:uFillTx/>
                <a:latin typeface="Open Sans"/>
              </a:rPr>
              <a:t>© </a:t>
            </a:r>
            <a:r>
              <a:rPr b="0" lang="en-US" sz="1100" strike="noStrike" u="none">
                <a:solidFill>
                  <a:schemeClr val="accent1"/>
                </a:solidFill>
                <a:effectLst/>
                <a:uFillTx/>
                <a:latin typeface="Open Sans"/>
                <a:hlinkClick r:id="rId2"/>
              </a:rPr>
              <a:t>presentationgo.com</a:t>
            </a:r>
            <a:endParaRPr b="0" lang="en-US" sz="11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grpSp>
        <p:nvGrpSpPr>
          <p:cNvPr id="233" name="Group 7"/>
          <p:cNvGrpSpPr/>
          <p:nvPr/>
        </p:nvGrpSpPr>
        <p:grpSpPr>
          <a:xfrm>
            <a:off x="-1653840" y="-16560"/>
            <a:ext cx="1564200" cy="608760"/>
            <a:chOff x="-1653840" y="-16560"/>
            <a:chExt cx="1564200" cy="608760"/>
          </a:xfrm>
        </p:grpSpPr>
        <p:sp>
          <p:nvSpPr>
            <p:cNvPr id="234" name="TextBox 8"/>
            <p:cNvSpPr/>
            <p:nvPr/>
          </p:nvSpPr>
          <p:spPr>
            <a:xfrm>
              <a:off x="-1653840" y="-16560"/>
              <a:ext cx="361440" cy="2430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t">
              <a:spAutoFit/>
            </a:bodyPr>
            <a:p>
              <a:pPr defTabSz="457200">
                <a:lnSpc>
                  <a:spcPct val="100000"/>
                </a:lnSpc>
              </a:pPr>
              <a:r>
                <a:rPr b="0" lang="en-US" sz="1000" strike="noStrike" u="none">
                  <a:solidFill>
                    <a:schemeClr val="dk1"/>
                  </a:solidFill>
                  <a:effectLst/>
                  <a:uFillTx/>
                  <a:latin typeface="Open Sans"/>
                  <a:ea typeface="Open Sans"/>
                </a:rPr>
                <a:t>By:</a:t>
              </a:r>
              <a:endParaRPr b="0" lang="en-US" sz="10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35" name="TextBox 9"/>
            <p:cNvSpPr/>
            <p:nvPr/>
          </p:nvSpPr>
          <p:spPr>
            <a:xfrm>
              <a:off x="-559800" y="349200"/>
              <a:ext cx="470160" cy="2430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t">
              <a:spAutoFit/>
            </a:bodyPr>
            <a:p>
              <a:pPr defTabSz="457200">
                <a:lnSpc>
                  <a:spcPct val="100000"/>
                </a:lnSpc>
              </a:pPr>
              <a:r>
                <a:rPr b="0" lang="en-US" sz="1000" strike="noStrike" u="none">
                  <a:solidFill>
                    <a:schemeClr val="dk1"/>
                  </a:solidFill>
                  <a:effectLst/>
                  <a:uFillTx/>
                  <a:latin typeface="Open Sans"/>
                  <a:ea typeface="Open Sans"/>
                </a:rPr>
                <a:t>.com</a:t>
              </a:r>
              <a:endParaRPr b="0" lang="en-US" sz="10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pic>
          <p:nvPicPr>
            <p:cNvPr id="236" name="Picture 10" descr=""/>
            <p:cNvPicPr/>
            <p:nvPr/>
          </p:nvPicPr>
          <p:blipFill>
            <a:blip r:embed="rId3"/>
            <a:stretch/>
          </p:blipFill>
          <p:spPr>
            <a:xfrm>
              <a:off x="-1576080" y="196560"/>
              <a:ext cx="1404360" cy="185760"/>
            </a:xfrm>
            <a:prstGeom prst="rect">
              <a:avLst/>
            </a:prstGeom>
            <a:noFill/>
            <a:ln w="0">
              <a:noFill/>
            </a:ln>
          </p:spPr>
        </p:pic>
      </p:grpSp>
      <p:sp>
        <p:nvSpPr>
          <p:cNvPr id="237" name="PlaceHolder 1"/>
          <p:cNvSpPr>
            <a:spLocks noGrp="1"/>
          </p:cNvSpPr>
          <p:nvPr>
            <p:ph type="title"/>
          </p:nvPr>
        </p:nvSpPr>
        <p:spPr>
          <a:xfrm>
            <a:off x="608760" y="273600"/>
            <a:ext cx="1096956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the </a:t>
            </a: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title text format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38" name="PlaceHolder 2"/>
          <p:cNvSpPr>
            <a:spLocks noGrp="1"/>
          </p:cNvSpPr>
          <p:nvPr>
            <p:ph type="body"/>
          </p:nvPr>
        </p:nvSpPr>
        <p:spPr>
          <a:xfrm>
            <a:off x="608760" y="1604520"/>
            <a:ext cx="1096956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2800" strike="noStrike" u="none">
                <a:solidFill>
                  <a:schemeClr val="lt1"/>
                </a:solidFill>
                <a:effectLst/>
                <a:uFillTx/>
                <a:latin typeface="Calibri"/>
              </a:rPr>
              <a:t>Click to edit the outline text format</a:t>
            </a:r>
            <a:endParaRPr b="0" lang="en-US" sz="2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  <a:p>
            <a:pPr lvl="1" marL="864000" indent="-324000">
              <a:lnSpc>
                <a:spcPct val="90000"/>
              </a:lnSpc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2000" strike="noStrike" u="none">
                <a:solidFill>
                  <a:schemeClr val="lt1"/>
                </a:solidFill>
                <a:effectLst/>
                <a:uFillTx/>
                <a:latin typeface="Calibri"/>
              </a:rPr>
              <a:t>Second Outline Level</a:t>
            </a:r>
            <a:endParaRPr b="0" lang="en-US" sz="20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  <a:p>
            <a:pPr lvl="2" marL="1296000" indent="-288000">
              <a:lnSpc>
                <a:spcPct val="90000"/>
              </a:lnSpc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chemeClr val="lt1"/>
                </a:solidFill>
                <a:effectLst/>
                <a:uFillTx/>
                <a:latin typeface="Calibri"/>
              </a:rPr>
              <a:t>Third Outline Level</a:t>
            </a: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  <a:p>
            <a:pPr lvl="3" marL="1728000" indent="-216000">
              <a:lnSpc>
                <a:spcPct val="90000"/>
              </a:lnSpc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chemeClr val="lt1"/>
                </a:solidFill>
                <a:effectLst/>
                <a:uFillTx/>
                <a:latin typeface="Calibri"/>
              </a:rPr>
              <a:t>Fourth Outline Level</a:t>
            </a: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  <a:p>
            <a:pPr lvl="4" marL="2160000" indent="-216000">
              <a:lnSpc>
                <a:spcPct val="9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chemeClr val="lt1"/>
                </a:solidFill>
                <a:effectLst/>
                <a:uFillTx/>
                <a:latin typeface="Calibri"/>
              </a:rPr>
              <a:t>Fifth Outline Level</a:t>
            </a:r>
            <a:endParaRPr b="0" lang="en-US" sz="20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  <a:p>
            <a:pPr lvl="5" marL="2592000" indent="-216000">
              <a:lnSpc>
                <a:spcPct val="9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chemeClr val="lt1"/>
                </a:solidFill>
                <a:effectLst/>
                <a:uFillTx/>
                <a:latin typeface="Calibri"/>
              </a:rPr>
              <a:t>Sixth Outline Level</a:t>
            </a:r>
            <a:endParaRPr b="0" lang="en-US" sz="20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  <a:p>
            <a:pPr lvl="6" marL="3024000" indent="-216000">
              <a:lnSpc>
                <a:spcPct val="9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chemeClr val="lt1"/>
                </a:solidFill>
                <a:effectLst/>
                <a:uFillTx/>
                <a:latin typeface="Calibri"/>
              </a:rPr>
              <a:t>Seventh Outline Level</a:t>
            </a:r>
            <a:endParaRPr b="0" lang="en-US" sz="20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</p:spTree>
  </p:cSld>
</p:sldLayout>
</file>

<file path=ppt/slideLayouts/slideLayout1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signed by PresentationG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<Relationship Id="rId14" Type="http://schemas.openxmlformats.org/officeDocument/2006/relationships/slideLayout" Target="../slideLayouts/slideLayout13.xml"/><Relationship Id="rId15" Type="http://schemas.openxmlformats.org/officeDocument/2006/relationships/slideLayout" Target="../slideLayouts/slideLayout14.xml"/>
</Relationships>
</file>

<file path=ppt/slideMasters/_rels/slideMaster9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hyperlink" Target="https://www.presentationgo.com/" TargetMode="External"/><Relationship Id="rId3" Type="http://schemas.openxmlformats.org/officeDocument/2006/relationships/slideLayout" Target="../slideLayouts/slideLayout15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</p:sldLayoutIdLst>
</p:sldMaster>
</file>

<file path=ppt/slideMasters/slideMaster9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gradFill rotWithShape="0">
          <a:gsLst>
            <a:gs pos="0">
              <a:srgbClr val="323a45"/>
            </a:gs>
            <a:gs pos="35000">
              <a:srgbClr val="323a45"/>
            </a:gs>
            <a:gs pos="100000">
              <a:srgbClr val="1c2026"/>
            </a:gs>
          </a:gsLst>
          <a:path path="circle">
            <a:fillToRect l="50000" t="0" r="50000" b="100000"/>
          </a:path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Rectangle 4"/>
          <p:cNvSpPr/>
          <p:nvPr/>
        </p:nvSpPr>
        <p:spPr>
          <a:xfrm>
            <a:off x="0" y="3152880"/>
            <a:ext cx="12188520" cy="55188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2000" strike="noStrike" u="none">
                <a:solidFill>
                  <a:schemeClr val="lt1">
                    <a:lumMod val="50000"/>
                  </a:schemeClr>
                </a:solidFill>
                <a:effectLst/>
                <a:uFillTx/>
                <a:latin typeface="Calibri"/>
              </a:rPr>
              <a:t>www.</a:t>
            </a:r>
            <a:r>
              <a:rPr b="0" lang="en-US" sz="2800" strike="noStrike" u="none">
                <a:solidFill>
                  <a:srgbClr val="a5cd00"/>
                </a:solidFill>
                <a:effectLst/>
                <a:uFillTx/>
                <a:latin typeface="Calibri"/>
              </a:rPr>
              <a:t>PresentationGO</a:t>
            </a:r>
            <a:r>
              <a:rPr b="0" lang="en-US" sz="2000" strike="noStrike" u="none">
                <a:solidFill>
                  <a:schemeClr val="lt1">
                    <a:lumMod val="50000"/>
                  </a:schemeClr>
                </a:solidFill>
                <a:effectLst/>
                <a:uFillTx/>
                <a:latin typeface="Calibri"/>
              </a:rPr>
              <a:t>.com</a:t>
            </a:r>
            <a:endParaRPr b="0" lang="en-US" sz="2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0" name="Rectangle 5">
            <a:hlinkClick r:id="rId2"/>
          </p:cNvPr>
          <p:cNvSpPr/>
          <p:nvPr/>
        </p:nvSpPr>
        <p:spPr>
          <a:xfrm>
            <a:off x="2730600" y="3071880"/>
            <a:ext cx="6725880" cy="71424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61" name="TextBox 1"/>
          <p:cNvSpPr/>
          <p:nvPr/>
        </p:nvSpPr>
        <p:spPr>
          <a:xfrm>
            <a:off x="4121640" y="5986080"/>
            <a:ext cx="3943440" cy="639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spAutoFit/>
          </a:bodyPr>
          <a:p>
            <a:pPr algn="ctr" defTabSz="457200">
              <a:lnSpc>
                <a:spcPct val="100000"/>
              </a:lnSpc>
            </a:pPr>
            <a:r>
              <a:rPr b="0" lang="en-US" sz="1800" strike="noStrike" u="none">
                <a:solidFill>
                  <a:srgbClr val="a5cd00"/>
                </a:solidFill>
                <a:effectLst/>
                <a:uFillTx/>
                <a:latin typeface="Calibri"/>
              </a:rPr>
              <a:t>The free PowerPoint and Google Slides template library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grpSp>
        <p:nvGrpSpPr>
          <p:cNvPr id="162" name="Group 7"/>
          <p:cNvGrpSpPr/>
          <p:nvPr/>
        </p:nvGrpSpPr>
        <p:grpSpPr>
          <a:xfrm>
            <a:off x="4841280" y="2634840"/>
            <a:ext cx="2504880" cy="365040"/>
            <a:chOff x="4841280" y="2634840"/>
            <a:chExt cx="2504880" cy="365040"/>
          </a:xfrm>
        </p:grpSpPr>
        <p:sp>
          <p:nvSpPr>
            <p:cNvPr id="163" name="TextBox 8"/>
            <p:cNvSpPr/>
            <p:nvPr/>
          </p:nvSpPr>
          <p:spPr>
            <a:xfrm>
              <a:off x="4841280" y="2634840"/>
              <a:ext cx="2504880" cy="3650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ctr">
              <a:spAutoFit/>
            </a:bodyPr>
            <a:p>
              <a:pPr algn="ctr" defTabSz="457200">
                <a:lnSpc>
                  <a:spcPct val="100000"/>
                </a:lnSpc>
              </a:pPr>
              <a:r>
                <a:rPr b="0" lang="en-US" sz="1800" strike="noStrike" u="none">
                  <a:solidFill>
                    <a:schemeClr val="lt1"/>
                  </a:solidFill>
                  <a:effectLst/>
                  <a:uFillTx/>
                  <a:latin typeface="Calibri"/>
                </a:rPr>
                <a:t>Designed with         by</a:t>
              </a: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64" name="Freeform 290"/>
            <p:cNvSpPr/>
            <p:nvPr/>
          </p:nvSpPr>
          <p:spPr>
            <a:xfrm>
              <a:off x="6499440" y="2705760"/>
              <a:ext cx="261000" cy="223560"/>
            </a:xfrm>
            <a:custGeom>
              <a:avLst/>
              <a:gdLst>
                <a:gd name="textAreaLeft" fmla="*/ 0 w 261000"/>
                <a:gd name="textAreaRight" fmla="*/ 261360 w 261000"/>
                <a:gd name="textAreaTop" fmla="*/ 0 h 223560"/>
                <a:gd name="textAreaBottom" fmla="*/ 223920 h 223560"/>
              </a:gdLst>
              <a:ahLst/>
              <a:cxnLst/>
              <a:rect l="textAreaLeft" t="textAreaTop" r="textAreaRight" b="textAreaBottom"/>
              <a:pathLst>
                <a:path w="504825" h="432707">
                  <a:moveTo>
                    <a:pt x="134658" y="0"/>
                  </a:moveTo>
                  <a:cubicBezTo>
                    <a:pt x="146301" y="0"/>
                    <a:pt x="158180" y="2019"/>
                    <a:pt x="170294" y="6057"/>
                  </a:cubicBezTo>
                  <a:cubicBezTo>
                    <a:pt x="182407" y="10095"/>
                    <a:pt x="193676" y="15541"/>
                    <a:pt x="204099" y="22396"/>
                  </a:cubicBezTo>
                  <a:cubicBezTo>
                    <a:pt x="214522" y="29251"/>
                    <a:pt x="223490" y="35683"/>
                    <a:pt x="231002" y="41693"/>
                  </a:cubicBezTo>
                  <a:cubicBezTo>
                    <a:pt x="238514" y="47703"/>
                    <a:pt x="245652" y="54088"/>
                    <a:pt x="252412" y="60849"/>
                  </a:cubicBezTo>
                  <a:cubicBezTo>
                    <a:pt x="259174" y="54088"/>
                    <a:pt x="266310" y="47703"/>
                    <a:pt x="273823" y="41693"/>
                  </a:cubicBezTo>
                  <a:cubicBezTo>
                    <a:pt x="281334" y="35683"/>
                    <a:pt x="290303" y="29251"/>
                    <a:pt x="300726" y="22396"/>
                  </a:cubicBezTo>
                  <a:cubicBezTo>
                    <a:pt x="311149" y="15541"/>
                    <a:pt x="322417" y="10095"/>
                    <a:pt x="334531" y="6057"/>
                  </a:cubicBezTo>
                  <a:cubicBezTo>
                    <a:pt x="346645" y="2019"/>
                    <a:pt x="358524" y="0"/>
                    <a:pt x="370167" y="0"/>
                  </a:cubicBezTo>
                  <a:cubicBezTo>
                    <a:pt x="412236" y="0"/>
                    <a:pt x="445197" y="11644"/>
                    <a:pt x="469048" y="34932"/>
                  </a:cubicBezTo>
                  <a:cubicBezTo>
                    <a:pt x="492899" y="58220"/>
                    <a:pt x="504825" y="90523"/>
                    <a:pt x="504825" y="131840"/>
                  </a:cubicBezTo>
                  <a:cubicBezTo>
                    <a:pt x="504825" y="173346"/>
                    <a:pt x="483321" y="215602"/>
                    <a:pt x="440313" y="258610"/>
                  </a:cubicBezTo>
                  <a:lnTo>
                    <a:pt x="264807" y="427636"/>
                  </a:lnTo>
                  <a:cubicBezTo>
                    <a:pt x="261427" y="431017"/>
                    <a:pt x="257295" y="432707"/>
                    <a:pt x="252412" y="432707"/>
                  </a:cubicBezTo>
                  <a:cubicBezTo>
                    <a:pt x="247529" y="432707"/>
                    <a:pt x="243398" y="431017"/>
                    <a:pt x="240018" y="427636"/>
                  </a:cubicBezTo>
                  <a:lnTo>
                    <a:pt x="64230" y="258047"/>
                  </a:lnTo>
                  <a:cubicBezTo>
                    <a:pt x="62351" y="256544"/>
                    <a:pt x="59770" y="254103"/>
                    <a:pt x="56482" y="250722"/>
                  </a:cubicBezTo>
                  <a:cubicBezTo>
                    <a:pt x="53196" y="247342"/>
                    <a:pt x="47984" y="241191"/>
                    <a:pt x="40848" y="232270"/>
                  </a:cubicBezTo>
                  <a:cubicBezTo>
                    <a:pt x="33712" y="223349"/>
                    <a:pt x="27326" y="214194"/>
                    <a:pt x="21692" y="204803"/>
                  </a:cubicBezTo>
                  <a:cubicBezTo>
                    <a:pt x="16057" y="195413"/>
                    <a:pt x="11035" y="184051"/>
                    <a:pt x="6620" y="170717"/>
                  </a:cubicBezTo>
                  <a:cubicBezTo>
                    <a:pt x="2207" y="157382"/>
                    <a:pt x="0" y="144423"/>
                    <a:pt x="0" y="131840"/>
                  </a:cubicBezTo>
                  <a:cubicBezTo>
                    <a:pt x="0" y="90523"/>
                    <a:pt x="11926" y="58220"/>
                    <a:pt x="35777" y="34932"/>
                  </a:cubicBezTo>
                  <a:cubicBezTo>
                    <a:pt x="59629" y="11644"/>
                    <a:pt x="92588" y="0"/>
                    <a:pt x="134658" y="0"/>
                  </a:cubicBezTo>
                  <a:close/>
                </a:path>
              </a:pathLst>
            </a:custGeom>
            <a:solidFill>
              <a:srgbClr val="d9002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350" strike="noStrike" u="none">
                <a:solidFill>
                  <a:srgbClr val="ffffff"/>
                </a:solidFill>
                <a:effectLst/>
                <a:uFillTx/>
                <a:latin typeface="Calibri"/>
              </a:endParaRPr>
            </a:p>
          </p:txBody>
        </p:sp>
      </p:grpSp>
      <p:sp>
        <p:nvSpPr>
          <p:cNvPr id="165" name="PlaceHolder 1"/>
          <p:cNvSpPr>
            <a:spLocks noGrp="1"/>
          </p:cNvSpPr>
          <p:nvPr>
            <p:ph type="title"/>
          </p:nvPr>
        </p:nvSpPr>
        <p:spPr>
          <a:xfrm>
            <a:off x="608760" y="273600"/>
            <a:ext cx="1096956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the title text format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66" name="PlaceHolder 2"/>
          <p:cNvSpPr>
            <a:spLocks noGrp="1"/>
          </p:cNvSpPr>
          <p:nvPr>
            <p:ph type="body"/>
          </p:nvPr>
        </p:nvSpPr>
        <p:spPr>
          <a:xfrm>
            <a:off x="608760" y="1604520"/>
            <a:ext cx="1096956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the outline text format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1" marL="864000" indent="-324000">
              <a:lnSpc>
                <a:spcPct val="90000"/>
              </a:lnSpc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Second Outline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2" marL="1296000" indent="-288000">
              <a:lnSpc>
                <a:spcPct val="90000"/>
              </a:lnSpc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Third Outline Level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3" marL="1728000" indent="-216000">
              <a:lnSpc>
                <a:spcPct val="90000"/>
              </a:lnSpc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Fourth Outline Level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4" marL="2160000" indent="-216000">
              <a:lnSpc>
                <a:spcPct val="9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Fifth Outline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5" marL="2592000" indent="-216000">
              <a:lnSpc>
                <a:spcPct val="9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Sixth Outline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6" marL="3024000" indent="-216000">
              <a:lnSpc>
                <a:spcPct val="9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Seventh Outline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4" r:id="rId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9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5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6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7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8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9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PlaceHolder 1"/>
          <p:cNvSpPr>
            <a:spLocks noGrp="1"/>
          </p:cNvSpPr>
          <p:nvPr>
            <p:ph type="title"/>
          </p:nvPr>
        </p:nvSpPr>
        <p:spPr>
          <a:xfrm>
            <a:off x="913680" y="2514600"/>
            <a:ext cx="7313400" cy="1828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rmAutofit fontScale="85000" lnSpcReduction="9999"/>
          </a:bodyPr>
          <a:p>
            <a:pPr indent="0" defTabSz="914400">
              <a:lnSpc>
                <a:spcPct val="115000"/>
              </a:lnSpc>
              <a:spcBef>
                <a:spcPts val="1417"/>
              </a:spcBef>
              <a:spcAft>
                <a:spcPts val="1417"/>
              </a:spcAft>
              <a:buNone/>
            </a:pPr>
            <a:r>
              <a:rPr b="0" lang="en-US" sz="4200" strike="noStrike" u="none">
                <a:solidFill>
                  <a:srgbClr val="000000"/>
                </a:solidFill>
                <a:effectLst/>
                <a:uFillTx/>
                <a:latin typeface="Calibri Light"/>
              </a:rPr>
              <a:t>Візуаль</a:t>
            </a:r>
            <a:r>
              <a:rPr b="0" lang="en-US" sz="4200" strike="noStrike" u="none">
                <a:solidFill>
                  <a:srgbClr val="000000"/>
                </a:solidFill>
                <a:effectLst/>
                <a:uFillTx/>
                <a:latin typeface="Calibri Light"/>
              </a:rPr>
              <a:t>ний </a:t>
            </a:r>
            <a:r>
              <a:rPr b="0" lang="en-US" sz="4200" strike="noStrike" u="none">
                <a:solidFill>
                  <a:srgbClr val="000000"/>
                </a:solidFill>
                <a:effectLst/>
                <a:uFillTx/>
                <a:latin typeface="Calibri Light"/>
              </a:rPr>
              <a:t>констру</a:t>
            </a:r>
            <a:r>
              <a:rPr b="0" lang="en-US" sz="4200" strike="noStrike" u="none">
                <a:solidFill>
                  <a:srgbClr val="000000"/>
                </a:solidFill>
                <a:effectLst/>
                <a:uFillTx/>
                <a:latin typeface="Calibri Light"/>
              </a:rPr>
              <a:t>ктор </a:t>
            </a:r>
            <a:r>
              <a:rPr b="0" lang="en-US" sz="4200" strike="noStrike" u="none">
                <a:solidFill>
                  <a:srgbClr val="000000"/>
                </a:solidFill>
                <a:effectLst/>
                <a:uFillTx/>
                <a:latin typeface="Calibri Light"/>
              </a:rPr>
              <a:t>дистри</a:t>
            </a:r>
            <a:r>
              <a:rPr b="0" lang="en-US" sz="4200" strike="noStrike" u="none">
                <a:solidFill>
                  <a:srgbClr val="000000"/>
                </a:solidFill>
                <a:effectLst/>
                <a:uFillTx/>
                <a:latin typeface="Calibri Light"/>
              </a:rPr>
              <a:t>бутивів </a:t>
            </a:r>
            <a:r>
              <a:rPr b="0" lang="en-US" sz="4200" strike="noStrike" u="none">
                <a:solidFill>
                  <a:srgbClr val="000000"/>
                </a:solidFill>
                <a:effectLst/>
                <a:uFillTx/>
                <a:latin typeface="Calibri Light"/>
              </a:rPr>
              <a:t>Linux </a:t>
            </a:r>
            <a:r>
              <a:rPr b="0" lang="en-US" sz="4200" strike="noStrike" u="none">
                <a:solidFill>
                  <a:srgbClr val="000000"/>
                </a:solidFill>
                <a:effectLst/>
                <a:uFillTx/>
                <a:latin typeface="Calibri Light"/>
              </a:rPr>
              <a:t>“The </a:t>
            </a:r>
            <a:r>
              <a:rPr b="0" lang="en-US" sz="4200" strike="noStrike" u="none">
                <a:solidFill>
                  <a:srgbClr val="000000"/>
                </a:solidFill>
                <a:effectLst/>
                <a:uFillTx/>
                <a:latin typeface="Calibri Light"/>
              </a:rPr>
              <a:t>Linux </a:t>
            </a:r>
            <a:r>
              <a:rPr b="0" lang="en-US" sz="4200" strike="noStrike" u="none">
                <a:solidFill>
                  <a:srgbClr val="000000"/>
                </a:solidFill>
                <a:effectLst/>
                <a:uFillTx/>
                <a:latin typeface="Calibri Light"/>
              </a:rPr>
              <a:t>Studio”</a:t>
            </a:r>
            <a:endParaRPr b="0" lang="en-US" sz="4200" strike="noStrike" u="none">
              <a:solidFill>
                <a:srgbClr val="000000"/>
              </a:solidFill>
              <a:effectLst/>
              <a:uFillTx/>
              <a:latin typeface="Calibri"/>
              <a:ea typeface="Noto Sans"/>
            </a:endParaRPr>
          </a:p>
        </p:txBody>
      </p:sp>
      <p:sp>
        <p:nvSpPr>
          <p:cNvPr id="246" name="PlaceHolder 2"/>
          <p:cNvSpPr>
            <a:spLocks noGrp="1"/>
          </p:cNvSpPr>
          <p:nvPr>
            <p:ph type="subTitle"/>
          </p:nvPr>
        </p:nvSpPr>
        <p:spPr>
          <a:xfrm>
            <a:off x="927000" y="4800600"/>
            <a:ext cx="4557600" cy="5202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914400">
              <a:lnSpc>
                <a:spcPct val="90000"/>
              </a:lnSpc>
              <a:spcBef>
                <a:spcPts val="1001"/>
              </a:spcBef>
              <a:spcAft>
                <a:spcPts val="1199"/>
              </a:spcAft>
              <a:buNone/>
              <a:tabLst>
                <a:tab algn="l" pos="0"/>
              </a:tabLst>
            </a:pPr>
            <a:r>
              <a:rPr b="0" lang="en-US" sz="2400" strike="noStrike" u="none">
                <a:solidFill>
                  <a:schemeClr val="accent6">
                    <a:lumMod val="50000"/>
                  </a:schemeClr>
                </a:solidFill>
                <a:effectLst/>
                <a:uFillTx/>
                <a:latin typeface="Calibri"/>
              </a:rPr>
              <a:t>Автор: студент групи ІПЗ-23-1 Семенчук Олексій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47" name="Subtitle 1"/>
          <p:cNvSpPr txBox="1"/>
          <p:nvPr/>
        </p:nvSpPr>
        <p:spPr>
          <a:xfrm>
            <a:off x="927000" y="5652000"/>
            <a:ext cx="5471640" cy="5202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defTabSz="914400">
              <a:lnSpc>
                <a:spcPct val="90000"/>
              </a:lnSpc>
              <a:spcBef>
                <a:spcPts val="1001"/>
              </a:spcBef>
              <a:spcAft>
                <a:spcPts val="1199"/>
              </a:spcAft>
              <a:tabLst>
                <a:tab algn="l" pos="0"/>
              </a:tabLst>
            </a:pPr>
            <a:r>
              <a:rPr b="0" lang="en-US" sz="2400" strike="noStrike" u="none">
                <a:solidFill>
                  <a:schemeClr val="accent6">
                    <a:lumMod val="50000"/>
                  </a:schemeClr>
                </a:solidFill>
                <a:effectLst/>
                <a:uFillTx/>
                <a:latin typeface="Calibri"/>
              </a:rPr>
              <a:t>Керівник: Єфремов Юрій Миколайович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PlaceHolder 1"/>
          <p:cNvSpPr>
            <a:spLocks noGrp="1"/>
          </p:cNvSpPr>
          <p:nvPr>
            <p:ph type="title"/>
          </p:nvPr>
        </p:nvSpPr>
        <p:spPr>
          <a:xfrm>
            <a:off x="685440" y="365040"/>
            <a:ext cx="1051236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0" lang="en-US" sz="4200" strike="noStrike" u="none">
                <a:solidFill>
                  <a:schemeClr val="lt1"/>
                </a:solidFill>
                <a:effectLst/>
                <a:uFillTx/>
                <a:latin typeface="Calibri Light"/>
              </a:rPr>
              <a:t>Бачення</a:t>
            </a:r>
            <a:endParaRPr b="0" lang="en-US" sz="4200" strike="noStrike" u="none">
              <a:solidFill>
                <a:schemeClr val="dk1"/>
              </a:solidFill>
              <a:effectLst/>
              <a:uFillTx/>
              <a:latin typeface="Calibri"/>
              <a:ea typeface="Noto Sans"/>
            </a:endParaRPr>
          </a:p>
        </p:txBody>
      </p:sp>
      <p:sp>
        <p:nvSpPr>
          <p:cNvPr id="249" name="PlaceHolder 2"/>
          <p:cNvSpPr>
            <a:spLocks noGrp="1"/>
          </p:cNvSpPr>
          <p:nvPr>
            <p:ph/>
          </p:nvPr>
        </p:nvSpPr>
        <p:spPr>
          <a:xfrm>
            <a:off x="811800" y="1582560"/>
            <a:ext cx="5129640" cy="2075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 algn="just">
              <a:lnSpc>
                <a:spcPct val="115000"/>
              </a:lnSpc>
              <a:buNone/>
            </a:pPr>
            <a:r>
              <a:rPr b="0" lang="uk-UA" sz="1400" strike="noStrike" u="none">
                <a:solidFill>
                  <a:schemeClr val="lt1">
                    <a:lumMod val="75000"/>
                  </a:schemeClr>
                </a:solidFill>
                <a:effectLst/>
                <a:uFillTx/>
                <a:latin typeface="Calibri"/>
                <a:ea typeface="Times New Roman"/>
              </a:rPr>
              <a:t>Існуючі методи створення дистрибутивів Linux є занадто складними та неефективними для широкого застосування. Візуальний конструктор спростить цю задачу, автоматизуючи ключові процеси, такі як конфігурація системи та генерація ISO-образу. Система також дозволяє створювати образи на основі існуючих ОС для архівації робочих середовищ.</a:t>
            </a:r>
            <a:endParaRPr b="0" lang="ru-RU" sz="1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50" name="PlaceHolder 3"/>
          <p:cNvSpPr>
            <a:spLocks noGrp="1"/>
          </p:cNvSpPr>
          <p:nvPr>
            <p:ph/>
          </p:nvPr>
        </p:nvSpPr>
        <p:spPr>
          <a:xfrm>
            <a:off x="6398640" y="2057400"/>
            <a:ext cx="5129640" cy="411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228600" indent="-228600" defTabSz="914400">
              <a:lnSpc>
                <a:spcPct val="115000"/>
              </a:lnSpc>
              <a:spcAft>
                <a:spcPts val="720"/>
              </a:spcAft>
              <a:buClr>
                <a:srgbClr val="ffffff"/>
              </a:buClr>
              <a:buFont typeface="Arial"/>
              <a:buChar char="•"/>
            </a:pPr>
            <a:r>
              <a:rPr b="0" lang="en-US" sz="1400" strike="noStrike" u="none">
                <a:solidFill>
                  <a:schemeClr val="lt1"/>
                </a:solidFill>
                <a:effectLst/>
                <a:uFillTx/>
                <a:latin typeface="Calibri"/>
                <a:ea typeface="Times New Roman"/>
              </a:rPr>
              <a:t>Складність перенесення вже налаштованої робочої системи Linux на нове обладнання</a:t>
            </a:r>
            <a:endParaRPr b="0" lang="en-US" sz="14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  <a:p>
            <a:pPr marL="216000" indent="-216000" algn="just">
              <a:lnSpc>
                <a:spcPct val="115000"/>
              </a:lnSpc>
              <a:spcAft>
                <a:spcPts val="720"/>
              </a:spcAft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ru-RU" sz="1400" strike="noStrike" u="none">
                <a:solidFill>
                  <a:schemeClr val="lt1"/>
                </a:solidFill>
                <a:effectLst/>
                <a:uFillTx/>
                <a:latin typeface="Calibri"/>
                <a:ea typeface="Times New Roman"/>
              </a:rPr>
              <a:t>Відсутність спеціалізованого дистрибутиву з потрібним набором інструментів для системного адміністратора</a:t>
            </a:r>
            <a:endParaRPr b="0" lang="ru-RU" sz="1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  <a:p>
            <a:pPr marL="216000" indent="-216000" algn="just">
              <a:lnSpc>
                <a:spcPct val="115000"/>
              </a:lnSpc>
              <a:spcAft>
                <a:spcPts val="720"/>
              </a:spcAft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ru-RU" sz="1400" strike="noStrike" u="none">
                <a:solidFill>
                  <a:schemeClr val="lt1"/>
                </a:solidFill>
                <a:effectLst/>
                <a:uFillTx/>
                <a:latin typeface="Calibri"/>
                <a:ea typeface="Times New Roman"/>
              </a:rPr>
              <a:t>Складність створення спеціалізованих навчальних середовищ на базі Linux для викладачів та освітніх закладів</a:t>
            </a:r>
            <a:endParaRPr b="0" lang="ru-RU" sz="1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  <a:p>
            <a:pPr marL="216000" indent="-216000" algn="just">
              <a:lnSpc>
                <a:spcPct val="115000"/>
              </a:lnSpc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ru-RU" sz="1400" strike="noStrike" u="none">
                <a:solidFill>
                  <a:schemeClr val="lt1"/>
                </a:solidFill>
                <a:effectLst/>
                <a:uFillTx/>
                <a:latin typeface="Calibri"/>
                <a:ea typeface="Times New Roman"/>
              </a:rPr>
              <a:t>Неможливість швидкого створення резервної копії робочого середовища з подальшим розгортанням</a:t>
            </a:r>
            <a:endParaRPr b="0" lang="uk-UA" sz="1400" strike="noStrike" u="none">
              <a:solidFill>
                <a:srgbClr val="ffffff"/>
              </a:solidFill>
              <a:effectLst/>
              <a:uFillTx/>
              <a:latin typeface="Times New Roman"/>
              <a:ea typeface="Times New Roman"/>
            </a:endParaRPr>
          </a:p>
        </p:txBody>
      </p:sp>
      <p:sp>
        <p:nvSpPr>
          <p:cNvPr id="251" name=""/>
          <p:cNvSpPr txBox="1"/>
          <p:nvPr/>
        </p:nvSpPr>
        <p:spPr>
          <a:xfrm>
            <a:off x="811800" y="3868560"/>
            <a:ext cx="5129640" cy="2532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algn="just">
              <a:lnSpc>
                <a:spcPct val="115000"/>
              </a:lnSpc>
            </a:pPr>
            <a:r>
              <a:rPr b="0" lang="ru-RU" sz="1400" strike="noStrike" u="none">
                <a:solidFill>
                  <a:schemeClr val="lt1">
                    <a:lumMod val="75000"/>
                  </a:schemeClr>
                </a:solidFill>
                <a:effectLst/>
                <a:uFillTx/>
                <a:latin typeface="Calibri"/>
                <a:ea typeface="Times New Roman"/>
              </a:rPr>
              <a:t>Система призначена для спрощення процесу створення кастомних дистрибутивів Linux, усуваючи необхідність глибоких технічних знань. Вона націлена на широке коло користувачів - від системних адміністраторів до ентузіастів, які бажають створити персональну збірку. Застосунок поєднує інтуїтивний графічний інтерфейс для візуального конфігурування з підтримкою командного рядка для автоматизації, забезпечуючи гнучкість для користувачів будь-якого рівня підготовки.</a:t>
            </a:r>
            <a:endParaRPr b="0" lang="en-US" sz="14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52" name=""/>
          <p:cNvSpPr txBox="1"/>
          <p:nvPr/>
        </p:nvSpPr>
        <p:spPr>
          <a:xfrm>
            <a:off x="6398640" y="1600200"/>
            <a:ext cx="5129640" cy="457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algn="just">
              <a:lnSpc>
                <a:spcPct val="115000"/>
              </a:lnSpc>
            </a:pPr>
            <a:r>
              <a:rPr b="0" lang="uk-UA" sz="1600" strike="noStrike" u="none">
                <a:solidFill>
                  <a:schemeClr val="lt1">
                    <a:lumMod val="75000"/>
                  </a:schemeClr>
                </a:solidFill>
                <a:effectLst/>
                <a:uFillTx/>
                <a:latin typeface="Calibri"/>
                <a:ea typeface="Times New Roman"/>
              </a:rPr>
              <a:t>Проблеми які система вирішує</a:t>
            </a:r>
            <a:endParaRPr b="0" lang="ru-RU" sz="16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PlaceHolder 1"/>
          <p:cNvSpPr>
            <a:spLocks noGrp="1"/>
          </p:cNvSpPr>
          <p:nvPr>
            <p:ph type="title"/>
          </p:nvPr>
        </p:nvSpPr>
        <p:spPr>
          <a:xfrm>
            <a:off x="685440" y="365040"/>
            <a:ext cx="1142712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0" lang="en-US" sz="4200" strike="noStrike" u="none">
                <a:solidFill>
                  <a:schemeClr val="lt1"/>
                </a:solidFill>
                <a:effectLst/>
                <a:uFillTx/>
                <a:latin typeface="Calibri Light"/>
                <a:ea typeface="Noto Sans"/>
              </a:rPr>
              <a:t>Пошук акторів та варіантів використання</a:t>
            </a:r>
            <a:endParaRPr b="0" lang="en-US" sz="4200" strike="noStrike" u="none">
              <a:solidFill>
                <a:schemeClr val="dk1"/>
              </a:solidFill>
              <a:effectLst/>
              <a:uFillTx/>
              <a:latin typeface="Calibri"/>
              <a:ea typeface="Noto Sans"/>
            </a:endParaRPr>
          </a:p>
        </p:txBody>
      </p:sp>
      <p:pic>
        <p:nvPicPr>
          <p:cNvPr id="254" name="" descr=""/>
          <p:cNvPicPr/>
          <p:nvPr/>
        </p:nvPicPr>
        <p:blipFill>
          <a:blip r:embed="rId1"/>
          <a:stretch/>
        </p:blipFill>
        <p:spPr>
          <a:xfrm>
            <a:off x="800280" y="1784880"/>
            <a:ext cx="7657200" cy="37033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55" name=""/>
          <p:cNvSpPr txBox="1"/>
          <p:nvPr/>
        </p:nvSpPr>
        <p:spPr>
          <a:xfrm>
            <a:off x="8658360" y="1684800"/>
            <a:ext cx="2517120" cy="4359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228600" indent="-228600" defTabSz="914400">
              <a:lnSpc>
                <a:spcPct val="115000"/>
              </a:lnSpc>
              <a:spcAft>
                <a:spcPts val="720"/>
              </a:spcAft>
              <a:buClr>
                <a:srgbClr val="ffffff"/>
              </a:buClr>
              <a:buFont typeface="Arial"/>
              <a:buChar char="•"/>
            </a:pPr>
            <a:r>
              <a:rPr b="0" lang="en-US" sz="2200" strike="noStrike" u="none">
                <a:solidFill>
                  <a:schemeClr val="lt1"/>
                </a:solidFill>
                <a:effectLst/>
                <a:uFillTx/>
                <a:latin typeface="Calibri"/>
                <a:ea typeface="Times New Roman"/>
              </a:rPr>
              <a:t>Перелік акторів</a:t>
            </a:r>
            <a:endParaRPr b="0" lang="en-US" sz="22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  <a:p>
            <a:pPr marL="432000" indent="-324000">
              <a:lnSpc>
                <a:spcPct val="115000"/>
              </a:lnSpc>
              <a:spcAft>
                <a:spcPts val="720"/>
              </a:spcAft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ru-RU" sz="1400" strike="noStrike" u="none">
                <a:solidFill>
                  <a:schemeClr val="lt1"/>
                </a:solidFill>
                <a:effectLst/>
                <a:uFillTx/>
                <a:latin typeface="Calibri"/>
                <a:ea typeface="Times New Roman"/>
              </a:rPr>
              <a:t>Користувач системи</a:t>
            </a:r>
            <a:endParaRPr b="0" lang="ru-RU" sz="14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  <a:p>
            <a:pPr marL="432000" indent="-324000">
              <a:lnSpc>
                <a:spcPct val="115000"/>
              </a:lnSpc>
              <a:spcAft>
                <a:spcPts val="720"/>
              </a:spcAft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ru-RU" sz="1400" strike="noStrike" u="none">
                <a:solidFill>
                  <a:schemeClr val="lt1"/>
                </a:solidFill>
                <a:effectLst/>
                <a:uFillTx/>
                <a:latin typeface="Calibri"/>
                <a:ea typeface="Times New Roman"/>
              </a:rPr>
              <a:t>Розробник дистрибутивів</a:t>
            </a:r>
            <a:endParaRPr b="0" lang="ru-RU" sz="14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  <a:p>
            <a:pPr marL="432000" indent="-324000" algn="just">
              <a:lnSpc>
                <a:spcPct val="115000"/>
              </a:lnSpc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ru-RU" sz="1400" strike="noStrike" u="none">
                <a:solidFill>
                  <a:schemeClr val="lt1"/>
                </a:solidFill>
                <a:effectLst/>
                <a:uFillTx/>
                <a:latin typeface="Calibri"/>
                <a:ea typeface="Times New Roman"/>
              </a:rPr>
              <a:t>Архітектор системи</a:t>
            </a:r>
            <a:endParaRPr b="0" lang="uk-UA" sz="1400" strike="noStrike" u="none">
              <a:solidFill>
                <a:schemeClr val="lt1"/>
              </a:solidFill>
              <a:effectLst/>
              <a:uFillTx/>
              <a:latin typeface="Times New Roman"/>
              <a:ea typeface="Times New Roman"/>
            </a:endParaRPr>
          </a:p>
          <a:p>
            <a:pPr marL="432000" indent="-324000" algn="just">
              <a:lnSpc>
                <a:spcPct val="115000"/>
              </a:lnSpc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ru-RU" sz="1400" strike="noStrike" u="none">
                <a:solidFill>
                  <a:schemeClr val="lt1"/>
                </a:solidFill>
                <a:effectLst/>
                <a:uFillTx/>
                <a:latin typeface="Calibri"/>
                <a:ea typeface="Times New Roman"/>
              </a:rPr>
              <a:t>Системний адміністратор</a:t>
            </a:r>
            <a:endParaRPr b="0" lang="uk-UA" sz="1400" strike="noStrike" u="none">
              <a:solidFill>
                <a:schemeClr val="lt1"/>
              </a:solidFill>
              <a:effectLst/>
              <a:uFillTx/>
              <a:latin typeface="Times New Roman"/>
              <a:ea typeface="Times New Roman"/>
            </a:endParaRPr>
          </a:p>
          <a:p>
            <a:pPr marL="432000" indent="-324000" algn="just">
              <a:lnSpc>
                <a:spcPct val="115000"/>
              </a:lnSpc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ru-RU" sz="1400" strike="noStrike" u="none">
                <a:solidFill>
                  <a:schemeClr val="lt1"/>
                </a:solidFill>
                <a:effectLst/>
                <a:uFillTx/>
                <a:latin typeface="Calibri"/>
                <a:ea typeface="Times New Roman"/>
              </a:rPr>
              <a:t>Модератор</a:t>
            </a:r>
            <a:endParaRPr b="0" lang="uk-UA" sz="1400" strike="noStrike" u="none">
              <a:solidFill>
                <a:schemeClr val="lt1"/>
              </a:solidFill>
              <a:effectLst/>
              <a:uFillTx/>
              <a:latin typeface="Times New Roman"/>
              <a:ea typeface="Times New Roman"/>
            </a:endParaRPr>
          </a:p>
          <a:p>
            <a:pPr marL="432000" indent="-324000" algn="just">
              <a:lnSpc>
                <a:spcPct val="115000"/>
              </a:lnSpc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ru-RU" sz="1400" strike="noStrike" u="none">
                <a:solidFill>
                  <a:schemeClr val="lt1"/>
                </a:solidFill>
                <a:effectLst/>
                <a:uFillTx/>
                <a:latin typeface="Calibri"/>
                <a:ea typeface="Times New Roman"/>
              </a:rPr>
              <a:t>Тестувальник</a:t>
            </a:r>
            <a:endParaRPr b="0" lang="uk-UA" sz="1400" strike="noStrike" u="none">
              <a:solidFill>
                <a:schemeClr val="lt1"/>
              </a:solidFill>
              <a:effectLst/>
              <a:uFillTx/>
              <a:latin typeface="Times New Roman"/>
              <a:ea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Title 2"/>
          <p:cNvSpPr txBox="1"/>
          <p:nvPr/>
        </p:nvSpPr>
        <p:spPr>
          <a:xfrm>
            <a:off x="685800" y="365400"/>
            <a:ext cx="10969200" cy="132516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p>
            <a:pPr defTabSz="914400">
              <a:lnSpc>
                <a:spcPct val="90000"/>
              </a:lnSpc>
            </a:pPr>
            <a:r>
              <a:rPr b="0" lang="en-US" sz="4200" strike="noStrike" u="none">
                <a:solidFill>
                  <a:schemeClr val="lt1"/>
                </a:solidFill>
                <a:effectLst/>
                <a:uFillTx/>
                <a:latin typeface="Calibri Light"/>
              </a:rPr>
              <a:t>Коротк</a:t>
            </a:r>
            <a:r>
              <a:rPr b="0" lang="en-US" sz="4200" strike="noStrike" u="none">
                <a:solidFill>
                  <a:schemeClr val="lt1"/>
                </a:solidFill>
                <a:effectLst/>
                <a:uFillTx/>
                <a:latin typeface="Calibri Light"/>
              </a:rPr>
              <a:t>ий опис </a:t>
            </a:r>
            <a:r>
              <a:rPr b="0" lang="en-US" sz="4200" strike="noStrike" u="none">
                <a:solidFill>
                  <a:schemeClr val="lt1"/>
                </a:solidFill>
                <a:effectLst/>
                <a:uFillTx/>
                <a:latin typeface="Calibri Light"/>
              </a:rPr>
              <a:t>варіанті</a:t>
            </a:r>
            <a:r>
              <a:rPr b="0" lang="en-US" sz="4200" strike="noStrike" u="none">
                <a:solidFill>
                  <a:schemeClr val="lt1"/>
                </a:solidFill>
                <a:effectLst/>
                <a:uFillTx/>
                <a:latin typeface="Calibri Light"/>
              </a:rPr>
              <a:t>в </a:t>
            </a:r>
            <a:r>
              <a:rPr b="0" lang="en-US" sz="4200" strike="noStrike" u="none">
                <a:solidFill>
                  <a:schemeClr val="lt1"/>
                </a:solidFill>
                <a:effectLst/>
                <a:uFillTx/>
                <a:latin typeface="Calibri Light"/>
              </a:rPr>
              <a:t>викори</a:t>
            </a:r>
            <a:r>
              <a:rPr b="0" lang="en-US" sz="4200" strike="noStrike" u="none">
                <a:solidFill>
                  <a:schemeClr val="lt1"/>
                </a:solidFill>
                <a:effectLst/>
                <a:uFillTx/>
                <a:latin typeface="Calibri Light"/>
              </a:rPr>
              <a:t>стання</a:t>
            </a:r>
            <a:endParaRPr b="0" lang="en-US" sz="4200" strike="noStrike" u="none">
              <a:solidFill>
                <a:schemeClr val="dk1"/>
              </a:solidFill>
              <a:effectLst/>
              <a:uFillTx/>
              <a:latin typeface="Calibri"/>
              <a:ea typeface="Noto Sans"/>
            </a:endParaRPr>
          </a:p>
        </p:txBody>
      </p:sp>
      <p:graphicFrame>
        <p:nvGraphicFramePr>
          <p:cNvPr id="257" name=""/>
          <p:cNvGraphicFramePr/>
          <p:nvPr/>
        </p:nvGraphicFramePr>
        <p:xfrm>
          <a:off x="746280" y="1690560"/>
          <a:ext cx="10908360" cy="4252320"/>
        </p:xfrm>
        <a:graphic>
          <a:graphicData uri="http://schemas.openxmlformats.org/drawingml/2006/table">
            <a:tbl>
              <a:tblPr/>
              <a:tblGrid>
                <a:gridCol w="2109960"/>
                <a:gridCol w="8798400"/>
              </a:tblGrid>
              <a:tr h="850680">
                <a:tc>
                  <a:txBody>
                    <a:bodyPr lIns="36000" rIns="36000" tIns="36000" bIns="36000" anchor="t">
                      <a:noAutofit/>
                    </a:bodyPr>
                    <a:p>
                      <a:pPr algn="just"/>
                      <a:r>
                        <a:rPr b="0" lang="ru-RU" sz="1800" strike="noStrike" u="none">
                          <a:solidFill>
                            <a:srgbClr val="ffffff"/>
                          </a:solidFill>
                          <a:effectLst/>
                          <a:uFillTx/>
                          <a:latin typeface="Times New Roman"/>
                          <a:ea typeface="Times New Roman"/>
                        </a:rPr>
                        <a:t>Користувач ситеми</a:t>
                      </a:r>
                      <a:endParaRPr b="0" lang="ru-RU" sz="1800" strike="noStrike" u="non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ffffff"/>
                      </a:solidFill>
                      <a:prstDash val="solid"/>
                    </a:lnL>
                    <a:lnR w="7200">
                      <a:solidFill>
                        <a:srgbClr val="ffffff"/>
                      </a:solidFill>
                      <a:prstDash val="solid"/>
                    </a:lnR>
                    <a:lnT w="7200">
                      <a:solidFill>
                        <a:srgbClr val="ffffff"/>
                      </a:solidFill>
                      <a:prstDash val="solid"/>
                    </a:lnT>
                    <a:lnB w="7200">
                      <a:solidFill>
                        <a:srgbClr val="ffffff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tIns="36000" bIns="36000" anchor="t">
                      <a:noAutofit/>
                    </a:bodyPr>
                    <a:p>
                      <a:pPr algn="just"/>
                      <a:r>
                        <a:rPr b="0" lang="en-US" sz="1800" strike="noStrike" u="none">
                          <a:solidFill>
                            <a:srgbClr val="ffffff"/>
                          </a:solidFill>
                          <a:effectLst/>
                          <a:uFillTx/>
                          <a:latin typeface="Times New Roman"/>
                          <a:ea typeface="Times New Roman"/>
                        </a:rPr>
                        <a:t>Це остаточний споживач, який завантажує та використовує готові зібрані дистрибутиви. Він не обов'язково взаємодіє безпосередньо з конструктором, але є кінцевим бенефіціаром його роботи.</a:t>
                      </a:r>
                      <a:endParaRPr b="0" lang="en-US" sz="1800" strike="noStrike" u="non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ffffff"/>
                      </a:solidFill>
                      <a:prstDash val="solid"/>
                    </a:lnL>
                    <a:lnR w="7200">
                      <a:solidFill>
                        <a:srgbClr val="ffffff"/>
                      </a:solidFill>
                      <a:prstDash val="solid"/>
                    </a:lnR>
                    <a:lnT w="7200">
                      <a:solidFill>
                        <a:srgbClr val="ffffff"/>
                      </a:solidFill>
                      <a:prstDash val="solid"/>
                    </a:lnT>
                    <a:lnB w="7200">
                      <a:solidFill>
                        <a:srgbClr val="ffffff"/>
                      </a:solidFill>
                      <a:prstDash val="solid"/>
                    </a:lnB>
                    <a:noFill/>
                  </a:tcPr>
                </a:tc>
              </a:tr>
              <a:tr h="850680">
                <a:tc>
                  <a:txBody>
                    <a:bodyPr lIns="36000" rIns="36000" tIns="36000" bIns="36000" anchor="t">
                      <a:noAutofit/>
                    </a:bodyPr>
                    <a:p>
                      <a:pPr algn="just"/>
                      <a:r>
                        <a:rPr b="0" lang="ru-RU" sz="1800" strike="noStrike" u="none">
                          <a:solidFill>
                            <a:srgbClr val="ffffff"/>
                          </a:solidFill>
                          <a:effectLst/>
                          <a:uFillTx/>
                          <a:latin typeface="Times New Roman"/>
                          <a:ea typeface="Times New Roman"/>
                        </a:rPr>
                        <a:t>Розробник дистрибутивів</a:t>
                      </a:r>
                      <a:endParaRPr b="0" lang="ru-RU" sz="1800" strike="noStrike" u="non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ffffff"/>
                      </a:solidFill>
                      <a:prstDash val="solid"/>
                    </a:lnL>
                    <a:lnR w="7200">
                      <a:solidFill>
                        <a:srgbClr val="ffffff"/>
                      </a:solidFill>
                      <a:prstDash val="solid"/>
                    </a:lnR>
                    <a:lnT w="7200">
                      <a:solidFill>
                        <a:srgbClr val="ffffff"/>
                      </a:solidFill>
                      <a:prstDash val="solid"/>
                    </a:lnT>
                    <a:lnB w="7200">
                      <a:solidFill>
                        <a:srgbClr val="ffffff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tIns="36000" bIns="36000" anchor="t">
                      <a:noAutofit/>
                    </a:bodyPr>
                    <a:p>
                      <a:pPr algn="just"/>
                      <a:r>
                        <a:rPr b="0" lang="en-US" sz="1800" strike="noStrike" u="none">
                          <a:solidFill>
                            <a:srgbClr val="ffffff"/>
                          </a:solidFill>
                          <a:effectLst/>
                          <a:uFillTx/>
                          <a:latin typeface="Times New Roman"/>
                          <a:ea typeface="Times New Roman"/>
                        </a:rPr>
                        <a:t>Цей користувач безпосередньо працює з інструментом для створення кастомних версій OS. Він візуально налаштовує компоненти, такі як програмні пакети, розмітка диска та конфігураційні файли, для генерації персоналізованого ISO-образу.</a:t>
                      </a:r>
                      <a:endParaRPr b="0" lang="en-US" sz="1800" strike="noStrike" u="non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ffffff"/>
                      </a:solidFill>
                      <a:prstDash val="solid"/>
                    </a:lnL>
                    <a:lnR w="7200">
                      <a:solidFill>
                        <a:srgbClr val="ffffff"/>
                      </a:solidFill>
                      <a:prstDash val="solid"/>
                    </a:lnR>
                    <a:lnT w="7200">
                      <a:solidFill>
                        <a:srgbClr val="ffffff"/>
                      </a:solidFill>
                      <a:prstDash val="solid"/>
                    </a:lnT>
                    <a:lnB w="7200">
                      <a:solidFill>
                        <a:srgbClr val="ffffff"/>
                      </a:solidFill>
                      <a:prstDash val="solid"/>
                    </a:lnB>
                    <a:noFill/>
                  </a:tcPr>
                </a:tc>
              </a:tr>
              <a:tr h="850680">
                <a:tc>
                  <a:txBody>
                    <a:bodyPr lIns="36000" rIns="36000" tIns="36000" bIns="36000" anchor="t">
                      <a:noAutofit/>
                    </a:bodyPr>
                    <a:p>
                      <a:pPr algn="just"/>
                      <a:r>
                        <a:rPr b="0" lang="ru-RU" sz="1800" strike="noStrike" u="none">
                          <a:solidFill>
                            <a:srgbClr val="ffffff"/>
                          </a:solidFill>
                          <a:effectLst/>
                          <a:uFillTx/>
                          <a:latin typeface="Times New Roman"/>
                          <a:ea typeface="Times New Roman"/>
                        </a:rPr>
                        <a:t>Модератор</a:t>
                      </a:r>
                      <a:endParaRPr b="0" lang="ru-RU" sz="1800" strike="noStrike" u="non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ffffff"/>
                      </a:solidFill>
                      <a:prstDash val="solid"/>
                    </a:lnL>
                    <a:lnR w="7200">
                      <a:solidFill>
                        <a:srgbClr val="ffffff"/>
                      </a:solidFill>
                      <a:prstDash val="solid"/>
                    </a:lnR>
                    <a:lnT w="7200">
                      <a:solidFill>
                        <a:srgbClr val="ffffff"/>
                      </a:solidFill>
                      <a:prstDash val="solid"/>
                    </a:lnT>
                    <a:lnB w="7200">
                      <a:solidFill>
                        <a:srgbClr val="ffffff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tIns="36000" bIns="36000" anchor="t">
                      <a:noAutofit/>
                    </a:bodyPr>
                    <a:p>
                      <a:pPr algn="just"/>
                      <a:r>
                        <a:rPr b="0" lang="en-US" sz="1800" strike="noStrike" u="none">
                          <a:solidFill>
                            <a:srgbClr val="ffffff"/>
                          </a:solidFill>
                          <a:effectLst/>
                          <a:uFillTx/>
                          <a:latin typeface="Times New Roman"/>
                          <a:ea typeface="Times New Roman"/>
                        </a:rPr>
                        <a:t>Ця роль відповідає за перевірку публічних дистрибутивів, завантажених у спільну бібліотеку. Модератор шукає та блокує потенційно шкідливий програмний код та порушення ліцензій для захисту спільноти.</a:t>
                      </a:r>
                      <a:endParaRPr b="0" lang="en-US" sz="1800" strike="noStrike" u="non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ffffff"/>
                      </a:solidFill>
                      <a:prstDash val="solid"/>
                    </a:lnL>
                    <a:lnR w="7200">
                      <a:solidFill>
                        <a:srgbClr val="ffffff"/>
                      </a:solidFill>
                      <a:prstDash val="solid"/>
                    </a:lnR>
                    <a:lnT w="7200">
                      <a:solidFill>
                        <a:srgbClr val="ffffff"/>
                      </a:solidFill>
                      <a:prstDash val="solid"/>
                    </a:lnT>
                    <a:lnB w="7200">
                      <a:solidFill>
                        <a:srgbClr val="ffffff"/>
                      </a:solidFill>
                      <a:prstDash val="solid"/>
                    </a:lnB>
                    <a:noFill/>
                  </a:tcPr>
                </a:tc>
              </a:tr>
              <a:tr h="850680">
                <a:tc>
                  <a:txBody>
                    <a:bodyPr lIns="36000" rIns="36000" tIns="36000" bIns="36000" anchor="t">
                      <a:noAutofit/>
                    </a:bodyPr>
                    <a:p>
                      <a:pPr algn="just"/>
                      <a:r>
                        <a:rPr b="0" lang="ru-RU" sz="1800" strike="noStrike" u="none">
                          <a:solidFill>
                            <a:srgbClr val="ffffff"/>
                          </a:solidFill>
                          <a:effectLst/>
                          <a:uFillTx/>
                          <a:latin typeface="Times New Roman"/>
                          <a:ea typeface="Times New Roman"/>
                        </a:rPr>
                        <a:t>Тестувальник</a:t>
                      </a:r>
                      <a:endParaRPr b="0" lang="ru-RU" sz="1800" strike="noStrike" u="non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ffffff"/>
                      </a:solidFill>
                      <a:prstDash val="solid"/>
                    </a:lnL>
                    <a:lnR w="7200">
                      <a:solidFill>
                        <a:srgbClr val="ffffff"/>
                      </a:solidFill>
                      <a:prstDash val="solid"/>
                    </a:lnR>
                    <a:lnT w="7200">
                      <a:solidFill>
                        <a:srgbClr val="ffffff"/>
                      </a:solidFill>
                      <a:prstDash val="solid"/>
                    </a:lnT>
                    <a:lnB w="7200">
                      <a:solidFill>
                        <a:srgbClr val="ffffff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tIns="36000" bIns="36000" anchor="t">
                      <a:noAutofit/>
                    </a:bodyPr>
                    <a:p>
                      <a:pPr algn="just"/>
                      <a:r>
                        <a:rPr b="0" lang="en-US" sz="1800" strike="noStrike" u="none">
                          <a:solidFill>
                            <a:srgbClr val="ffffff"/>
                          </a:solidFill>
                          <a:effectLst/>
                          <a:uFillTx/>
                          <a:latin typeface="Times New Roman"/>
                          <a:ea typeface="Times New Roman"/>
                        </a:rPr>
                        <a:t>Тестувальник систематично перевіряє зібрані дистрибутиви на різних апаратних конфігураціях. Він забезпечує якість та стабільність роботи ОС, виявляючи помилки сумісності.</a:t>
                      </a:r>
                      <a:endParaRPr b="0" lang="en-US" sz="1800" strike="noStrike" u="non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ffffff"/>
                      </a:solidFill>
                      <a:prstDash val="solid"/>
                    </a:lnL>
                    <a:lnR w="7200">
                      <a:solidFill>
                        <a:srgbClr val="ffffff"/>
                      </a:solidFill>
                      <a:prstDash val="solid"/>
                    </a:lnR>
                    <a:lnT w="7200">
                      <a:solidFill>
                        <a:srgbClr val="ffffff"/>
                      </a:solidFill>
                      <a:prstDash val="solid"/>
                    </a:lnT>
                    <a:lnB w="7200">
                      <a:solidFill>
                        <a:srgbClr val="ffffff"/>
                      </a:solidFill>
                      <a:prstDash val="solid"/>
                    </a:lnB>
                    <a:noFill/>
                  </a:tcPr>
                </a:tc>
              </a:tr>
              <a:tr h="849600">
                <a:tc>
                  <a:txBody>
                    <a:bodyPr lIns="36000" rIns="36000" tIns="36000" bIns="36000" anchor="t">
                      <a:noAutofit/>
                    </a:bodyPr>
                    <a:p>
                      <a:pPr algn="just"/>
                      <a:r>
                        <a:rPr b="0" lang="ru-RU" sz="1800" strike="noStrike" u="none">
                          <a:solidFill>
                            <a:srgbClr val="ffffff"/>
                          </a:solidFill>
                          <a:effectLst/>
                          <a:uFillTx/>
                          <a:latin typeface="Times New Roman"/>
                          <a:ea typeface="Times New Roman"/>
                        </a:rPr>
                        <a:t>Архітектор системи</a:t>
                      </a:r>
                      <a:endParaRPr b="0" lang="ru-RU" sz="1800" strike="noStrike" u="non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ffffff"/>
                      </a:solidFill>
                      <a:prstDash val="solid"/>
                    </a:lnL>
                    <a:lnR w="7200">
                      <a:solidFill>
                        <a:srgbClr val="ffffff"/>
                      </a:solidFill>
                      <a:prstDash val="solid"/>
                    </a:lnR>
                    <a:lnT w="7200">
                      <a:solidFill>
                        <a:srgbClr val="ffffff"/>
                      </a:solidFill>
                      <a:prstDash val="solid"/>
                    </a:lnT>
                    <a:lnB w="7200">
                      <a:solidFill>
                        <a:srgbClr val="ffffff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tIns="36000" bIns="36000" anchor="t">
                      <a:noAutofit/>
                    </a:bodyPr>
                    <a:p>
                      <a:pPr algn="just"/>
                      <a:r>
                        <a:rPr b="0" lang="en-US" sz="1800" strike="noStrike" u="none">
                          <a:solidFill>
                            <a:srgbClr val="ffffff"/>
                          </a:solidFill>
                          <a:effectLst/>
                          <a:uFillTx/>
                          <a:latin typeface="Times New Roman"/>
                          <a:ea typeface="Times New Roman"/>
                        </a:rPr>
                        <a:t>Архітектор визначає </a:t>
                      </a:r>
                      <a:r>
                        <a:rPr b="0" lang="en-US" sz="1800" strike="noStrike" u="none">
                          <a:solidFill>
                            <a:srgbClr val="ffffff"/>
                          </a:solidFill>
                          <a:effectLst/>
                          <a:uFillTx/>
                          <a:latin typeface="Times New Roman"/>
                          <a:ea typeface="Times New Roman"/>
                        </a:rPr>
                        <a:t>загальну структуру </a:t>
                      </a:r>
                      <a:r>
                        <a:rPr b="0" lang="en-US" sz="1800" strike="noStrike" u="none">
                          <a:solidFill>
                            <a:srgbClr val="ffffff"/>
                          </a:solidFill>
                          <a:effectLst/>
                          <a:uFillTx/>
                          <a:latin typeface="Times New Roman"/>
                          <a:ea typeface="Times New Roman"/>
                        </a:rPr>
                        <a:t>та технологічний </a:t>
                      </a:r>
                      <a:r>
                        <a:rPr b="0" lang="en-US" sz="1800" strike="noStrike" u="none">
                          <a:solidFill>
                            <a:srgbClr val="ffffff"/>
                          </a:solidFill>
                          <a:effectLst/>
                          <a:uFillTx/>
                          <a:latin typeface="Times New Roman"/>
                          <a:ea typeface="Times New Roman"/>
                        </a:rPr>
                        <a:t>стек </a:t>
                      </a:r>
                      <a:r>
                        <a:rPr b="0" lang="en-US" sz="1800" strike="noStrike" u="none">
                          <a:solidFill>
                            <a:srgbClr val="ffffff"/>
                          </a:solidFill>
                          <a:effectLst/>
                          <a:uFillTx/>
                          <a:latin typeface="Times New Roman"/>
                          <a:ea typeface="Times New Roman"/>
                        </a:rPr>
                        <a:t>конструкторського </a:t>
                      </a:r>
                      <a:r>
                        <a:rPr b="0" lang="en-US" sz="1800" strike="noStrike" u="none">
                          <a:solidFill>
                            <a:srgbClr val="ffffff"/>
                          </a:solidFill>
                          <a:effectLst/>
                          <a:uFillTx/>
                          <a:latin typeface="Times New Roman"/>
                          <a:ea typeface="Times New Roman"/>
                        </a:rPr>
                        <a:t>додатка. Він </a:t>
                      </a:r>
                      <a:r>
                        <a:rPr b="0" lang="en-US" sz="1800" strike="noStrike" u="none">
                          <a:solidFill>
                            <a:srgbClr val="ffffff"/>
                          </a:solidFill>
                          <a:effectLst/>
                          <a:uFillTx/>
                          <a:latin typeface="Times New Roman"/>
                          <a:ea typeface="Times New Roman"/>
                        </a:rPr>
                        <a:t>впроваджує </a:t>
                      </a:r>
                      <a:r>
                        <a:rPr b="0" lang="en-US" sz="1800" strike="noStrike" u="none">
                          <a:solidFill>
                            <a:srgbClr val="ffffff"/>
                          </a:solidFill>
                          <a:effectLst/>
                          <a:uFillTx/>
                          <a:latin typeface="Times New Roman"/>
                          <a:ea typeface="Times New Roman"/>
                        </a:rPr>
                        <a:t>масштабовані </a:t>
                      </a:r>
                      <a:r>
                        <a:rPr b="0" lang="en-US" sz="1800" strike="noStrike" u="none">
                          <a:solidFill>
                            <a:srgbClr val="ffffff"/>
                          </a:solidFill>
                          <a:effectLst/>
                          <a:uFillTx/>
                          <a:latin typeface="Times New Roman"/>
                          <a:ea typeface="Times New Roman"/>
                        </a:rPr>
                        <a:t>рішення для </a:t>
                      </a:r>
                      <a:r>
                        <a:rPr b="0" lang="en-US" sz="1800" strike="noStrike" u="none">
                          <a:solidFill>
                            <a:srgbClr val="ffffff"/>
                          </a:solidFill>
                          <a:effectLst/>
                          <a:uFillTx/>
                          <a:latin typeface="Times New Roman"/>
                          <a:ea typeface="Times New Roman"/>
                        </a:rPr>
                        <a:t>покращення </a:t>
                      </a:r>
                      <a:r>
                        <a:rPr b="0" lang="en-US" sz="1800" strike="noStrike" u="none">
                          <a:solidFill>
                            <a:srgbClr val="ffffff"/>
                          </a:solidFill>
                          <a:effectLst/>
                          <a:uFillTx/>
                          <a:latin typeface="Times New Roman"/>
                          <a:ea typeface="Times New Roman"/>
                        </a:rPr>
                        <a:t>продуктивності </a:t>
                      </a:r>
                      <a:r>
                        <a:rPr b="0" lang="en-US" sz="1800" strike="noStrike" u="none">
                          <a:solidFill>
                            <a:srgbClr val="ffffff"/>
                          </a:solidFill>
                          <a:effectLst/>
                          <a:uFillTx/>
                          <a:latin typeface="Times New Roman"/>
                          <a:ea typeface="Times New Roman"/>
                        </a:rPr>
                        <a:t>процесу збірки.</a:t>
                      </a:r>
                      <a:endParaRPr b="0" lang="en-US" sz="1800" strike="noStrike" u="non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ffffff"/>
                      </a:solidFill>
                      <a:prstDash val="solid"/>
                    </a:lnL>
                    <a:lnR w="7200">
                      <a:solidFill>
                        <a:srgbClr val="ffffff"/>
                      </a:solidFill>
                      <a:prstDash val="solid"/>
                    </a:lnR>
                    <a:lnT w="7200">
                      <a:solidFill>
                        <a:srgbClr val="ffffff"/>
                      </a:solidFill>
                      <a:prstDash val="solid"/>
                    </a:lnT>
                    <a:lnB w="7200">
                      <a:solidFill>
                        <a:srgbClr val="ffffff"/>
                      </a:solidFill>
                      <a:prstDash val="solid"/>
                    </a:lnB>
                    <a:noFill/>
                  </a:tcPr>
                </a:tc>
              </a:tr>
            </a:tbl>
          </a:graphicData>
        </a:graphic>
      </p:graphicFrame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Title 8"/>
          <p:cNvSpPr txBox="1"/>
          <p:nvPr/>
        </p:nvSpPr>
        <p:spPr>
          <a:xfrm>
            <a:off x="685800" y="365760"/>
            <a:ext cx="10969200" cy="132516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p>
            <a:pPr defTabSz="914400">
              <a:lnSpc>
                <a:spcPct val="90000"/>
              </a:lnSpc>
            </a:pPr>
            <a:r>
              <a:rPr b="0" lang="en-US" sz="4200" strike="noStrike" u="none">
                <a:solidFill>
                  <a:schemeClr val="lt1"/>
                </a:solidFill>
                <a:effectLst/>
                <a:uFillTx/>
                <a:latin typeface="Calibri Light"/>
              </a:rPr>
              <a:t>Голосарій</a:t>
            </a:r>
            <a:endParaRPr b="0" lang="en-US" sz="4200" strike="noStrike" u="none">
              <a:solidFill>
                <a:schemeClr val="dk1"/>
              </a:solidFill>
              <a:effectLst/>
              <a:uFillTx/>
              <a:latin typeface="Calibri"/>
              <a:ea typeface="Noto Sans"/>
            </a:endParaRPr>
          </a:p>
        </p:txBody>
      </p:sp>
      <p:sp>
        <p:nvSpPr>
          <p:cNvPr id="259" name=""/>
          <p:cNvSpPr txBox="1"/>
          <p:nvPr/>
        </p:nvSpPr>
        <p:spPr>
          <a:xfrm>
            <a:off x="538560" y="1524240"/>
            <a:ext cx="10931400" cy="4560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228600" indent="-228600" defTabSz="914400">
              <a:lnSpc>
                <a:spcPct val="115000"/>
              </a:lnSpc>
              <a:spcAft>
                <a:spcPts val="720"/>
              </a:spcAft>
              <a:buClr>
                <a:srgbClr val="ffffff"/>
              </a:buClr>
              <a:buFont typeface="Arial"/>
              <a:buChar char="•"/>
            </a:pPr>
            <a:r>
              <a:rPr b="1" lang="ru-RU" sz="1400" strike="noStrike" u="none">
                <a:solidFill>
                  <a:schemeClr val="lt1"/>
                </a:solidFill>
                <a:effectLst/>
                <a:uFillTx/>
                <a:latin typeface="Calibri"/>
                <a:ea typeface="Times New Roman"/>
              </a:rPr>
              <a:t>Linux</a:t>
            </a:r>
            <a:r>
              <a:rPr b="0" lang="ru-RU" sz="1400" strike="noStrike" u="none">
                <a:solidFill>
                  <a:schemeClr val="lt1"/>
                </a:solidFill>
                <a:effectLst/>
                <a:uFillTx/>
                <a:latin typeface="Calibri"/>
                <a:ea typeface="Times New Roman"/>
              </a:rPr>
              <a:t> — ядро операційної системи, основа, на якій будуються всі </a:t>
            </a:r>
            <a:r>
              <a:rPr b="0" lang="ru-RU" sz="1400" strike="noStrike" u="none">
                <a:solidFill>
                  <a:schemeClr val="lt1"/>
                </a:solidFill>
                <a:effectLst/>
                <a:uFillTx/>
                <a:latin typeface="Calibri"/>
                <a:ea typeface="Times New Roman"/>
              </a:rPr>
              <a:t>дистрибутиви Linux</a:t>
            </a:r>
            <a:r>
              <a:rPr b="0" lang="ru-RU" sz="1400" strike="noStrike" u="none">
                <a:solidFill>
                  <a:schemeClr val="lt1"/>
                </a:solidFill>
                <a:effectLst/>
                <a:uFillTx/>
                <a:latin typeface="Calibri"/>
                <a:ea typeface="Times New Roman"/>
              </a:rPr>
              <a:t>. Відповідає за взаємодію між апаратним забезпеченням комп'ютера та запущеними програмами.</a:t>
            </a:r>
            <a:endParaRPr b="0" lang="en-US" sz="14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  <a:p>
            <a:pPr marL="228600" indent="-228600" defTabSz="914400">
              <a:lnSpc>
                <a:spcPct val="115000"/>
              </a:lnSpc>
              <a:spcAft>
                <a:spcPts val="720"/>
              </a:spcAft>
              <a:buClr>
                <a:srgbClr val="ffffff"/>
              </a:buClr>
              <a:buFont typeface="Arial"/>
              <a:buChar char="•"/>
            </a:pPr>
            <a:r>
              <a:rPr b="1" lang="ru-RU" sz="1400" strike="noStrike" u="none">
                <a:solidFill>
                  <a:schemeClr val="lt1"/>
                </a:solidFill>
                <a:effectLst/>
                <a:uFillTx/>
                <a:latin typeface="Calibri"/>
                <a:ea typeface="Times New Roman"/>
              </a:rPr>
              <a:t>Linux дистрибутив</a:t>
            </a:r>
            <a:r>
              <a:rPr b="0" lang="ru-RU" sz="1400" strike="noStrike" u="none">
                <a:solidFill>
                  <a:schemeClr val="lt1"/>
                </a:solidFill>
                <a:effectLst/>
                <a:uFillTx/>
                <a:latin typeface="Calibri"/>
                <a:ea typeface="Times New Roman"/>
              </a:rPr>
              <a:t> — повноцінна операційна система, створена на основі ядра </a:t>
            </a:r>
            <a:r>
              <a:rPr b="0" lang="ru-RU" sz="1400" strike="noStrike" u="none">
                <a:solidFill>
                  <a:schemeClr val="lt1"/>
                </a:solidFill>
                <a:effectLst/>
                <a:uFillTx/>
                <a:latin typeface="Calibri"/>
                <a:ea typeface="Times New Roman"/>
              </a:rPr>
              <a:t>Linux</a:t>
            </a:r>
            <a:r>
              <a:rPr b="0" lang="ru-RU" sz="1400" strike="noStrike" u="none">
                <a:solidFill>
                  <a:schemeClr val="lt1"/>
                </a:solidFill>
                <a:effectLst/>
                <a:uFillTx/>
                <a:latin typeface="Calibri"/>
                <a:ea typeface="Times New Roman"/>
              </a:rPr>
              <a:t>, що включає в себе набір програмного забезпечення (системні утиліти, графічне середовище, додатки) для виконання конкретних завдань. Приклади: Arch Linux, Ubuntu, Fedora. Кінцевий продукт роботи конструктора.</a:t>
            </a:r>
            <a:endParaRPr b="0" lang="en-US" sz="14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  <a:p>
            <a:pPr marL="228600" indent="-228600" defTabSz="914400">
              <a:lnSpc>
                <a:spcPct val="115000"/>
              </a:lnSpc>
              <a:spcAft>
                <a:spcPts val="720"/>
              </a:spcAft>
              <a:buClr>
                <a:srgbClr val="ffffff"/>
              </a:buClr>
              <a:buFont typeface="Arial"/>
              <a:buChar char="•"/>
            </a:pPr>
            <a:r>
              <a:rPr b="1" lang="ru-RU" sz="1400" strike="noStrike" u="none">
                <a:solidFill>
                  <a:schemeClr val="lt1"/>
                </a:solidFill>
                <a:effectLst/>
                <a:uFillTx/>
                <a:latin typeface="Calibri"/>
                <a:ea typeface="Times New Roman"/>
              </a:rPr>
              <a:t>ISO</a:t>
            </a:r>
            <a:r>
              <a:rPr b="0" lang="ru-RU" sz="1400" strike="noStrike" u="none">
                <a:solidFill>
                  <a:schemeClr val="lt1"/>
                </a:solidFill>
                <a:effectLst/>
                <a:uFillTx/>
                <a:latin typeface="Calibri"/>
                <a:ea typeface="Times New Roman"/>
              </a:rPr>
              <a:t> — у контексті IT, це файл-образ оптичного диска (ISO-образ), який містить повну копію файлової системи. Використовується для створення завантажуваних носіїв. Готовий продукт конструктора, призначений для запису на USB-носій або DVD та встановлення системи.</a:t>
            </a:r>
            <a:endParaRPr b="0" lang="en-US" sz="14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  <a:p>
            <a:pPr marL="228600" indent="-228600" defTabSz="914400">
              <a:lnSpc>
                <a:spcPct val="115000"/>
              </a:lnSpc>
              <a:spcAft>
                <a:spcPts val="720"/>
              </a:spcAft>
              <a:buClr>
                <a:srgbClr val="ffffff"/>
              </a:buClr>
              <a:buFont typeface="Arial"/>
              <a:buChar char="•"/>
            </a:pPr>
            <a:r>
              <a:rPr b="1" lang="uk-UA" sz="1400" strike="noStrike" u="none">
                <a:solidFill>
                  <a:schemeClr val="lt1"/>
                </a:solidFill>
                <a:effectLst/>
                <a:uFillTx/>
                <a:latin typeface="Calibri"/>
                <a:ea typeface="Times New Roman"/>
              </a:rPr>
              <a:t>Знімок системи</a:t>
            </a:r>
            <a:r>
              <a:rPr b="0" lang="uk-UA" sz="1400" strike="noStrike" u="none">
                <a:solidFill>
                  <a:schemeClr val="lt1"/>
                </a:solidFill>
                <a:effectLst/>
                <a:uFillTx/>
                <a:latin typeface="Calibri"/>
                <a:ea typeface="Times New Roman"/>
              </a:rPr>
              <a:t> - повна конфігурація </a:t>
            </a:r>
            <a:r>
              <a:rPr b="0" lang="uk-UA" sz="1400" strike="noStrike" u="none">
                <a:solidFill>
                  <a:schemeClr val="lt1"/>
                </a:solidFill>
                <a:effectLst/>
                <a:uFillTx/>
                <a:latin typeface="Calibri"/>
                <a:ea typeface="Times New Roman"/>
              </a:rPr>
              <a:t>Linux дистрибутиву</a:t>
            </a:r>
            <a:r>
              <a:rPr b="0" lang="uk-UA" sz="1400" strike="noStrike" u="none">
                <a:solidFill>
                  <a:schemeClr val="lt1"/>
                </a:solidFill>
                <a:effectLst/>
                <a:uFillTx/>
                <a:latin typeface="Calibri"/>
                <a:ea typeface="Times New Roman"/>
              </a:rPr>
              <a:t> на певний момент часу, що включає налаштування, встановлені пакети та файли. Дозволяє миттєво розгорнути вже готову систему на новому пристрої без необхідності повторного налаштування. Є основним рішенням проблеми резервування та відновлення робочих середовищ.</a:t>
            </a:r>
            <a:endParaRPr b="0" lang="en-US" sz="14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  <a:p>
            <a:pPr marL="228600" indent="-228600" defTabSz="914400">
              <a:lnSpc>
                <a:spcPct val="115000"/>
              </a:lnSpc>
              <a:spcAft>
                <a:spcPts val="720"/>
              </a:spcAft>
              <a:buClr>
                <a:srgbClr val="ffffff"/>
              </a:buClr>
              <a:buFont typeface="Arial"/>
              <a:buChar char="•"/>
            </a:pPr>
            <a:r>
              <a:rPr b="1" lang="en-US" sz="1400" strike="noStrike" u="none">
                <a:solidFill>
                  <a:schemeClr val="lt1"/>
                </a:solidFill>
                <a:effectLst/>
                <a:uFillTx/>
                <a:latin typeface="Calibri"/>
              </a:rPr>
              <a:t>Swap-область (або файл підкачки) </a:t>
            </a:r>
            <a:r>
              <a:rPr b="0" lang="en-US" sz="1400" strike="noStrike" u="none">
                <a:solidFill>
                  <a:schemeClr val="lt1"/>
                </a:solidFill>
                <a:effectLst/>
                <a:uFillTx/>
                <a:latin typeface="Calibri"/>
              </a:rPr>
              <a:t>— спеціальна область на жорсткому диску, що використовується операційною системою для тимчасового зберігання даних з оперативної пам'яті, коли її не вистачає. Один з параметрів, що конфігурується на етапі розподілу диска в Модулі розподілу диска.</a:t>
            </a:r>
            <a:endParaRPr b="0" lang="en-US" sz="14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Title 5"/>
          <p:cNvSpPr txBox="1"/>
          <p:nvPr/>
        </p:nvSpPr>
        <p:spPr>
          <a:xfrm>
            <a:off x="685800" y="365760"/>
            <a:ext cx="10969200" cy="132516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p>
            <a:pPr defTabSz="914400">
              <a:lnSpc>
                <a:spcPct val="90000"/>
              </a:lnSpc>
            </a:pPr>
            <a:r>
              <a:rPr b="0" lang="en-US" sz="4200" strike="noStrike" u="none">
                <a:solidFill>
                  <a:schemeClr val="lt1"/>
                </a:solidFill>
                <a:effectLst/>
                <a:uFillTx/>
                <a:latin typeface="Calibri Light"/>
              </a:rPr>
              <a:t>Опис ключових прецедентів</a:t>
            </a:r>
            <a:endParaRPr b="0" lang="en-US" sz="4200" strike="noStrike" u="none">
              <a:solidFill>
                <a:schemeClr val="dk1"/>
              </a:solidFill>
              <a:effectLst/>
              <a:uFillTx/>
              <a:latin typeface="Calibri"/>
              <a:ea typeface="Noto Sans"/>
            </a:endParaRPr>
          </a:p>
        </p:txBody>
      </p:sp>
      <p:sp>
        <p:nvSpPr>
          <p:cNvPr id="261" name=""/>
          <p:cNvSpPr txBox="1"/>
          <p:nvPr/>
        </p:nvSpPr>
        <p:spPr>
          <a:xfrm>
            <a:off x="693000" y="1573920"/>
            <a:ext cx="5129640" cy="384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algn="just">
              <a:lnSpc>
                <a:spcPct val="115000"/>
              </a:lnSpc>
            </a:pPr>
            <a:r>
              <a:rPr b="0" lang="uk-UA" sz="1600" strike="noStrike" u="none">
                <a:solidFill>
                  <a:schemeClr val="lt1">
                    <a:lumMod val="75000"/>
                  </a:schemeClr>
                </a:solidFill>
                <a:effectLst/>
                <a:uFillTx/>
                <a:latin typeface="Calibri"/>
                <a:ea typeface="Times New Roman"/>
              </a:rPr>
              <a:t>Створення нового дистрибутива</a:t>
            </a:r>
            <a:endParaRPr b="0" lang="ru-RU" sz="16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62" name=""/>
          <p:cNvSpPr txBox="1"/>
          <p:nvPr/>
        </p:nvSpPr>
        <p:spPr>
          <a:xfrm>
            <a:off x="693000" y="1958040"/>
            <a:ext cx="10728360" cy="808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</a:pPr>
            <a:r>
              <a:rPr b="0" lang="ru-RU" sz="1600" strike="noStrike" u="none">
                <a:solidFill>
                  <a:srgbClr val="ffffff"/>
                </a:solidFill>
                <a:effectLst/>
                <a:uFillTx/>
                <a:latin typeface="Calibri"/>
                <a:ea typeface="Times New Roman"/>
              </a:rPr>
              <a:t>Користувач або Адміністратор створює нову конфігурацію дистрибутива Linux, налаштовуючи базові параметри, розподіл диска, вибір програмних пакетів та системних налаштувань з подальшою генерацією ISO-образу. Дійові особи цього прецеденту - Користувач, Адміністратор, Модератор.</a:t>
            </a:r>
            <a:endParaRPr b="0" lang="en-US" sz="1600" strike="noStrike" u="none">
              <a:solidFill>
                <a:srgbClr val="ffffff"/>
              </a:solidFill>
              <a:effectLst/>
              <a:uFillTx/>
              <a:latin typeface="Calibri"/>
            </a:endParaRPr>
          </a:p>
        </p:txBody>
      </p:sp>
      <p:sp>
        <p:nvSpPr>
          <p:cNvPr id="263" name=""/>
          <p:cNvSpPr txBox="1"/>
          <p:nvPr/>
        </p:nvSpPr>
        <p:spPr>
          <a:xfrm>
            <a:off x="675720" y="2852640"/>
            <a:ext cx="5129640" cy="357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algn="just">
              <a:lnSpc>
                <a:spcPct val="115000"/>
              </a:lnSpc>
            </a:pPr>
            <a:r>
              <a:rPr b="0" lang="uk-UA" sz="1600" strike="noStrike" u="none">
                <a:solidFill>
                  <a:schemeClr val="lt1">
                    <a:lumMod val="75000"/>
                  </a:schemeClr>
                </a:solidFill>
                <a:effectLst/>
                <a:uFillTx/>
                <a:latin typeface="Calibri"/>
                <a:ea typeface="Times New Roman"/>
              </a:rPr>
              <a:t>Завантаження готового дистрибутива</a:t>
            </a:r>
            <a:endParaRPr b="0" lang="ru-RU" sz="16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64" name=""/>
          <p:cNvSpPr txBox="1"/>
          <p:nvPr/>
        </p:nvSpPr>
        <p:spPr>
          <a:xfrm>
            <a:off x="667080" y="3204000"/>
            <a:ext cx="10728360" cy="570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</a:pPr>
            <a:r>
              <a:rPr b="0" lang="ru-RU" sz="1600" strike="noStrike" u="none">
                <a:solidFill>
                  <a:srgbClr val="ffffff"/>
                </a:solidFill>
                <a:effectLst/>
                <a:uFillTx/>
                <a:latin typeface="Calibri"/>
                <a:ea typeface="Times New Roman"/>
              </a:rPr>
              <a:t>Кінцевий користу</a:t>
            </a:r>
            <a:r>
              <a:rPr b="0" lang="ru-RU" sz="1600" strike="noStrike" u="none">
                <a:solidFill>
                  <a:srgbClr val="ffffff"/>
                </a:solidFill>
                <a:effectLst/>
                <a:uFillTx/>
                <a:latin typeface="Calibri"/>
                <a:ea typeface="Times New Roman"/>
              </a:rPr>
              <a:t>вач завантажує та встановлює готовий дистрибутив, створений в системі. Дійові особи - Кінцевий користувач.</a:t>
            </a:r>
            <a:endParaRPr b="0" lang="en-US" sz="16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65" name=""/>
          <p:cNvSpPr txBox="1"/>
          <p:nvPr/>
        </p:nvSpPr>
        <p:spPr>
          <a:xfrm>
            <a:off x="658440" y="3884760"/>
            <a:ext cx="5129640" cy="357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92500" lnSpcReduction="9999"/>
          </a:bodyPr>
          <a:p>
            <a:pPr algn="just">
              <a:lnSpc>
                <a:spcPct val="115000"/>
              </a:lnSpc>
            </a:pPr>
            <a:r>
              <a:rPr b="0" lang="uk-UA" sz="1600" strike="noStrike" u="none">
                <a:solidFill>
                  <a:schemeClr val="lt1">
                    <a:lumMod val="75000"/>
                  </a:schemeClr>
                </a:solidFill>
                <a:effectLst/>
                <a:uFillTx/>
                <a:latin typeface="Calibri"/>
                <a:ea typeface="Times New Roman"/>
              </a:rPr>
              <a:t>Моніторинг та блокування шкідливих дистрибутивів</a:t>
            </a:r>
            <a:endParaRPr b="0" lang="ru-RU" sz="16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66" name=""/>
          <p:cNvSpPr txBox="1"/>
          <p:nvPr/>
        </p:nvSpPr>
        <p:spPr>
          <a:xfrm>
            <a:off x="658440" y="4242600"/>
            <a:ext cx="10728360" cy="817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</a:pPr>
            <a:r>
              <a:rPr b="0" lang="ru-RU" sz="1600" strike="noStrike" u="none">
                <a:solidFill>
                  <a:srgbClr val="ffffff"/>
                </a:solidFill>
                <a:effectLst/>
                <a:uFillTx/>
                <a:latin typeface="Calibri"/>
              </a:rPr>
              <a:t>Система безпеки автоматично фільтрує та моніторить створені дистрибутиви на наявність шкідливого коду, після чого модератор проводить фінальну перевірку та блокує їх у разі виявлення загроз. Дійові особи - Система автоматичної фільтрації, Модератор.</a:t>
            </a:r>
            <a:endParaRPr b="0" lang="en-US" sz="16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67" name=""/>
          <p:cNvSpPr txBox="1"/>
          <p:nvPr/>
        </p:nvSpPr>
        <p:spPr>
          <a:xfrm>
            <a:off x="641520" y="5119920"/>
            <a:ext cx="5129640" cy="357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algn="just">
              <a:lnSpc>
                <a:spcPct val="115000"/>
              </a:lnSpc>
            </a:pPr>
            <a:r>
              <a:rPr b="0" lang="uk-UA" sz="1600" strike="noStrike" u="none">
                <a:solidFill>
                  <a:schemeClr val="lt1">
                    <a:lumMod val="75000"/>
                  </a:schemeClr>
                </a:solidFill>
                <a:effectLst/>
                <a:uFillTx/>
                <a:latin typeface="Calibri"/>
                <a:ea typeface="Times New Roman"/>
              </a:rPr>
              <a:t>Створення знімка системи</a:t>
            </a:r>
            <a:endParaRPr b="0" lang="ru-RU" sz="16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68" name=""/>
          <p:cNvSpPr txBox="1"/>
          <p:nvPr/>
        </p:nvSpPr>
        <p:spPr>
          <a:xfrm>
            <a:off x="641520" y="5477760"/>
            <a:ext cx="10728360" cy="817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</a:pPr>
            <a:r>
              <a:rPr b="0" lang="ru-RU" sz="1600" strike="noStrike" u="none">
                <a:solidFill>
                  <a:srgbClr val="ffffff"/>
                </a:solidFill>
                <a:effectLst/>
                <a:uFillTx/>
                <a:latin typeface="Calibri"/>
              </a:rPr>
              <a:t>Користувач створює знімок існуючої системи для подальшого відновлення або розгортання ідентичного середовища. Дійові особи - Користувач.</a:t>
            </a:r>
            <a:endParaRPr b="0" lang="en-US" sz="16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Title 6"/>
          <p:cNvSpPr txBox="1"/>
          <p:nvPr/>
        </p:nvSpPr>
        <p:spPr>
          <a:xfrm>
            <a:off x="617400" y="365760"/>
            <a:ext cx="11218320" cy="132516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p>
            <a:pPr defTabSz="914400">
              <a:lnSpc>
                <a:spcPct val="90000"/>
              </a:lnSpc>
            </a:pPr>
            <a:r>
              <a:rPr b="0" lang="en-US" sz="4200" strike="noStrike" u="none">
                <a:solidFill>
                  <a:schemeClr val="lt1"/>
                </a:solidFill>
                <a:effectLst/>
                <a:uFillTx/>
                <a:latin typeface="Calibri Light"/>
              </a:rPr>
              <a:t>Аналіз </a:t>
            </a:r>
            <a:r>
              <a:rPr b="0" lang="en-US" sz="4200" strike="noStrike" u="none">
                <a:solidFill>
                  <a:schemeClr val="lt1"/>
                </a:solidFill>
                <a:effectLst/>
                <a:uFillTx/>
                <a:latin typeface="Calibri Light"/>
              </a:rPr>
              <a:t>та </a:t>
            </a:r>
            <a:r>
              <a:rPr b="0" lang="en-US" sz="4200" strike="noStrike" u="none">
                <a:solidFill>
                  <a:schemeClr val="lt1"/>
                </a:solidFill>
                <a:effectLst/>
                <a:uFillTx/>
                <a:latin typeface="Calibri Light"/>
              </a:rPr>
              <a:t>спецефі</a:t>
            </a:r>
            <a:r>
              <a:rPr b="0" lang="en-US" sz="4200" strike="noStrike" u="none">
                <a:solidFill>
                  <a:schemeClr val="lt1"/>
                </a:solidFill>
                <a:effectLst/>
                <a:uFillTx/>
                <a:latin typeface="Calibri Light"/>
              </a:rPr>
              <a:t>кація </a:t>
            </a:r>
            <a:r>
              <a:rPr b="0" lang="en-US" sz="4200" strike="noStrike" u="none">
                <a:solidFill>
                  <a:schemeClr val="lt1"/>
                </a:solidFill>
                <a:effectLst/>
                <a:uFillTx/>
                <a:latin typeface="Calibri Light"/>
              </a:rPr>
              <a:t>спеціал</a:t>
            </a:r>
            <a:r>
              <a:rPr b="0" lang="en-US" sz="4200" strike="noStrike" u="none">
                <a:solidFill>
                  <a:schemeClr val="lt1"/>
                </a:solidFill>
                <a:effectLst/>
                <a:uFillTx/>
                <a:latin typeface="Calibri Light"/>
              </a:rPr>
              <a:t>ьних </a:t>
            </a:r>
            <a:r>
              <a:rPr b="0" lang="en-US" sz="4200" strike="noStrike" u="none">
                <a:solidFill>
                  <a:schemeClr val="lt1"/>
                </a:solidFill>
                <a:effectLst/>
                <a:uFillTx/>
                <a:latin typeface="Calibri Light"/>
              </a:rPr>
              <a:t>вимог</a:t>
            </a:r>
            <a:endParaRPr b="0" lang="en-US" sz="4200" strike="noStrike" u="none">
              <a:solidFill>
                <a:schemeClr val="dk1"/>
              </a:solidFill>
              <a:effectLst/>
              <a:uFillTx/>
              <a:latin typeface="Calibri"/>
              <a:ea typeface="Noto Sans"/>
            </a:endParaRPr>
          </a:p>
        </p:txBody>
      </p:sp>
      <p:sp>
        <p:nvSpPr>
          <p:cNvPr id="270" name=""/>
          <p:cNvSpPr txBox="1"/>
          <p:nvPr/>
        </p:nvSpPr>
        <p:spPr>
          <a:xfrm>
            <a:off x="693000" y="1573920"/>
            <a:ext cx="5129640" cy="384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algn="just">
              <a:lnSpc>
                <a:spcPct val="115000"/>
              </a:lnSpc>
            </a:pPr>
            <a:r>
              <a:rPr b="0" lang="uk-UA" sz="1600" strike="noStrike" u="none">
                <a:solidFill>
                  <a:schemeClr val="lt1">
                    <a:lumMod val="75000"/>
                  </a:schemeClr>
                </a:solidFill>
                <a:effectLst/>
                <a:uFillTx/>
                <a:latin typeface="Calibri"/>
                <a:ea typeface="Times New Roman"/>
              </a:rPr>
              <a:t>Авторизація та аутентифікація користувачів</a:t>
            </a:r>
            <a:endParaRPr b="0" lang="ru-RU" sz="16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71" name=""/>
          <p:cNvSpPr txBox="1"/>
          <p:nvPr/>
        </p:nvSpPr>
        <p:spPr>
          <a:xfrm>
            <a:off x="693000" y="1958040"/>
            <a:ext cx="10728360" cy="808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</a:pPr>
            <a:r>
              <a:rPr b="0" lang="ru-RU" sz="1600" strike="noStrike" u="none">
                <a:solidFill>
                  <a:srgbClr val="ffffff"/>
                </a:solidFill>
                <a:effectLst/>
                <a:uFillTx/>
                <a:latin typeface="Calibri"/>
                <a:ea typeface="Times New Roman"/>
              </a:rPr>
              <a:t>В системі повинні бути реалізовані ролі користувачів (Звичайний користувач, Адміністратор, Модератор, Тестувальник, тощо) та система реєстрації нових користувачів. Повинна бути можливість призначення ролей та управління правами доступу.</a:t>
            </a:r>
            <a:endParaRPr b="0" lang="en-US" sz="1600" strike="noStrike" u="none">
              <a:solidFill>
                <a:srgbClr val="ffffff"/>
              </a:solidFill>
              <a:effectLst/>
              <a:uFillTx/>
              <a:latin typeface="Calibri"/>
            </a:endParaRPr>
          </a:p>
        </p:txBody>
      </p:sp>
      <p:sp>
        <p:nvSpPr>
          <p:cNvPr id="272" name=""/>
          <p:cNvSpPr txBox="1"/>
          <p:nvPr/>
        </p:nvSpPr>
        <p:spPr>
          <a:xfrm>
            <a:off x="675720" y="2852640"/>
            <a:ext cx="5129640" cy="357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algn="just">
              <a:lnSpc>
                <a:spcPct val="115000"/>
              </a:lnSpc>
            </a:pPr>
            <a:r>
              <a:rPr b="0" lang="uk-UA" sz="1600" strike="noStrike" u="none">
                <a:solidFill>
                  <a:schemeClr val="lt1">
                    <a:lumMod val="75000"/>
                  </a:schemeClr>
                </a:solidFill>
                <a:effectLst/>
                <a:uFillTx/>
                <a:latin typeface="Calibri"/>
                <a:ea typeface="Times New Roman"/>
              </a:rPr>
              <a:t>Керування каталогом пакетів</a:t>
            </a:r>
            <a:endParaRPr b="0" lang="ru-RU" sz="16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73" name=""/>
          <p:cNvSpPr txBox="1"/>
          <p:nvPr/>
        </p:nvSpPr>
        <p:spPr>
          <a:xfrm>
            <a:off x="667080" y="3204000"/>
            <a:ext cx="10728360" cy="570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</a:pPr>
            <a:r>
              <a:rPr b="0" lang="ru-RU" sz="1600" strike="noStrike" u="none">
                <a:solidFill>
                  <a:srgbClr val="ffffff"/>
                </a:solidFill>
                <a:effectLst/>
                <a:uFillTx/>
                <a:latin typeface="Calibri"/>
                <a:ea typeface="Times New Roman"/>
              </a:rPr>
              <a:t>Система повинна містити централізований каталог програмних пакетів з можливістю пошуку, фільтрації за категоріями та версіями. Адміністратори повинні мати можливість оновлювати та доповнювати каталог.</a:t>
            </a:r>
            <a:endParaRPr b="0" lang="en-US" sz="16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74" name=""/>
          <p:cNvSpPr txBox="1"/>
          <p:nvPr/>
        </p:nvSpPr>
        <p:spPr>
          <a:xfrm>
            <a:off x="658440" y="3884760"/>
            <a:ext cx="5129640" cy="357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algn="just">
              <a:lnSpc>
                <a:spcPct val="115000"/>
              </a:lnSpc>
            </a:pPr>
            <a:r>
              <a:rPr b="0" lang="uk-UA" sz="1600" strike="noStrike" u="none">
                <a:solidFill>
                  <a:schemeClr val="lt1">
                    <a:lumMod val="75000"/>
                  </a:schemeClr>
                </a:solidFill>
                <a:effectLst/>
                <a:uFillTx/>
                <a:latin typeface="Calibri"/>
                <a:ea typeface="Times New Roman"/>
              </a:rPr>
              <a:t>Управління шаблонами дистрибутивів</a:t>
            </a:r>
            <a:endParaRPr b="0" lang="ru-RU" sz="16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75" name=""/>
          <p:cNvSpPr txBox="1"/>
          <p:nvPr/>
        </p:nvSpPr>
        <p:spPr>
          <a:xfrm>
            <a:off x="658440" y="4242600"/>
            <a:ext cx="10728360" cy="564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</a:pPr>
            <a:r>
              <a:rPr b="0" lang="ru-RU" sz="1600" strike="noStrike" u="none">
                <a:solidFill>
                  <a:srgbClr val="ffffff"/>
                </a:solidFill>
                <a:effectLst/>
                <a:uFillTx/>
                <a:latin typeface="Calibri"/>
                <a:ea typeface="Times New Roman"/>
              </a:rPr>
              <a:t>Система повинна надавати засоби для створення, редагування та використання шаблонів конфігурацій дистрибутивів для швидкого розгортання типових рішень.</a:t>
            </a:r>
            <a:endParaRPr b="0" lang="en-US" sz="16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76" name=""/>
          <p:cNvSpPr txBox="1"/>
          <p:nvPr/>
        </p:nvSpPr>
        <p:spPr>
          <a:xfrm>
            <a:off x="632880" y="4864320"/>
            <a:ext cx="5129640" cy="357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algn="just">
              <a:lnSpc>
                <a:spcPct val="115000"/>
              </a:lnSpc>
            </a:pPr>
            <a:r>
              <a:rPr b="0" lang="uk-UA" sz="1600" strike="noStrike" u="none">
                <a:solidFill>
                  <a:schemeClr val="lt1">
                    <a:lumMod val="75000"/>
                  </a:schemeClr>
                </a:solidFill>
                <a:effectLst/>
                <a:uFillTx/>
                <a:latin typeface="Calibri"/>
                <a:ea typeface="Times New Roman"/>
              </a:rPr>
              <a:t>Стандарти інтерфейсу</a:t>
            </a:r>
            <a:endParaRPr b="0" lang="ru-RU" sz="16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77" name=""/>
          <p:cNvSpPr txBox="1"/>
          <p:nvPr/>
        </p:nvSpPr>
        <p:spPr>
          <a:xfrm>
            <a:off x="632880" y="5222160"/>
            <a:ext cx="10728360" cy="817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</a:pPr>
            <a:r>
              <a:rPr b="0" lang="ru-RU" sz="1600" strike="noStrike" u="none">
                <a:solidFill>
                  <a:srgbClr val="ffffff"/>
                </a:solidFill>
                <a:effectLst/>
                <a:uFillTx/>
                <a:latin typeface="Calibri"/>
              </a:rPr>
              <a:t>Система повинна відповідати стандартам інтерфейсу користувача для операційних систем Windows, Linux та macOS.</a:t>
            </a:r>
            <a:endParaRPr b="0" lang="en-US" sz="16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Title 7"/>
          <p:cNvSpPr txBox="1"/>
          <p:nvPr/>
        </p:nvSpPr>
        <p:spPr>
          <a:xfrm>
            <a:off x="617400" y="365760"/>
            <a:ext cx="11218320" cy="132516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p>
            <a:pPr defTabSz="914400">
              <a:lnSpc>
                <a:spcPct val="90000"/>
              </a:lnSpc>
            </a:pPr>
            <a:r>
              <a:rPr b="0" lang="en-US" sz="4200" strike="noStrike" u="none">
                <a:solidFill>
                  <a:schemeClr val="lt1"/>
                </a:solidFill>
                <a:effectLst/>
                <a:uFillTx/>
                <a:latin typeface="Calibri Light"/>
              </a:rPr>
              <a:t>Спец</a:t>
            </a:r>
            <a:r>
              <a:rPr b="0" lang="en-US" sz="4200" strike="noStrike" u="none">
                <a:solidFill>
                  <a:schemeClr val="lt1"/>
                </a:solidFill>
                <a:effectLst/>
                <a:uFillTx/>
                <a:latin typeface="Calibri Light"/>
              </a:rPr>
              <a:t>ефіка</a:t>
            </a:r>
            <a:r>
              <a:rPr b="0" lang="en-US" sz="4200" strike="noStrike" u="none">
                <a:solidFill>
                  <a:schemeClr val="lt1"/>
                </a:solidFill>
                <a:effectLst/>
                <a:uFillTx/>
                <a:latin typeface="Calibri Light"/>
              </a:rPr>
              <a:t>ція </a:t>
            </a:r>
            <a:r>
              <a:rPr b="0" lang="en-US" sz="4200" strike="noStrike" u="none">
                <a:solidFill>
                  <a:schemeClr val="lt1"/>
                </a:solidFill>
                <a:effectLst/>
                <a:uFillTx/>
                <a:latin typeface="Calibri Light"/>
              </a:rPr>
              <a:t>вивог </a:t>
            </a:r>
            <a:r>
              <a:rPr b="0" lang="en-US" sz="4200" strike="noStrike" u="none">
                <a:solidFill>
                  <a:schemeClr val="lt1"/>
                </a:solidFill>
                <a:effectLst/>
                <a:uFillTx/>
                <a:latin typeface="Calibri Light"/>
              </a:rPr>
              <a:t>до </a:t>
            </a:r>
            <a:r>
              <a:rPr b="0" lang="en-US" sz="4200" strike="noStrike" u="none">
                <a:solidFill>
                  <a:schemeClr val="lt1"/>
                </a:solidFill>
                <a:effectLst/>
                <a:uFillTx/>
                <a:latin typeface="Calibri Light"/>
              </a:rPr>
              <a:t>АІС</a:t>
            </a:r>
            <a:endParaRPr b="0" lang="en-US" sz="4200" strike="noStrike" u="none">
              <a:solidFill>
                <a:schemeClr val="dk1"/>
              </a:solidFill>
              <a:effectLst/>
              <a:uFillTx/>
              <a:latin typeface="Calibri"/>
              <a:ea typeface="Noto Sans"/>
            </a:endParaRPr>
          </a:p>
        </p:txBody>
      </p:sp>
      <p:sp>
        <p:nvSpPr>
          <p:cNvPr id="279" name=""/>
          <p:cNvSpPr txBox="1"/>
          <p:nvPr/>
        </p:nvSpPr>
        <p:spPr>
          <a:xfrm>
            <a:off x="538920" y="1524600"/>
            <a:ext cx="10931400" cy="1824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defTabSz="914400">
              <a:lnSpc>
                <a:spcPct val="90000"/>
              </a:lnSpc>
              <a:spcBef>
                <a:spcPts val="1191"/>
              </a:spcBef>
              <a:spcAft>
                <a:spcPts val="992"/>
              </a:spcAft>
            </a:pPr>
            <a:r>
              <a:rPr b="0" lang="en-US" sz="1600" strike="noStrike" u="none">
                <a:solidFill>
                  <a:schemeClr val="lt1"/>
                </a:solidFill>
                <a:effectLst/>
                <a:uFillTx/>
                <a:latin typeface="Calibri"/>
              </a:rPr>
              <a:t>Життєвий цикл дистрибутива</a:t>
            </a:r>
            <a:endParaRPr b="0" lang="en-US" sz="16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  <a:p>
            <a:pPr marL="432000" indent="-324000" defTabSz="914400">
              <a:lnSpc>
                <a:spcPct val="90000"/>
              </a:lnSpc>
              <a:spcBef>
                <a:spcPts val="1191"/>
              </a:spcBef>
              <a:spcAft>
                <a:spcPts val="992"/>
              </a:spcAft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400" strike="noStrike" u="none">
                <a:solidFill>
                  <a:schemeClr val="lt1"/>
                </a:solidFill>
                <a:effectLst/>
                <a:uFillTx/>
                <a:latin typeface="Calibri"/>
              </a:rPr>
              <a:t>Ініціалізація: Створення нового проєкту (Р1) та вибір базової ОС.</a:t>
            </a:r>
            <a:endParaRPr b="0" lang="en-US" sz="14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  <a:p>
            <a:pPr marL="432000" indent="-324000" defTabSz="914400">
              <a:lnSpc>
                <a:spcPct val="90000"/>
              </a:lnSpc>
              <a:spcBef>
                <a:spcPts val="1191"/>
              </a:spcBef>
              <a:spcAft>
                <a:spcPts val="992"/>
              </a:spcAft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400" strike="noStrike" u="none">
                <a:solidFill>
                  <a:schemeClr val="lt1"/>
                </a:solidFill>
                <a:effectLst/>
                <a:uFillTx/>
                <a:latin typeface="Calibri"/>
              </a:rPr>
              <a:t>Розробка: Візуальне конфігурування (Р2) та збереження знімків (Р3).</a:t>
            </a:r>
            <a:endParaRPr b="0" lang="en-US" sz="14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  <a:p>
            <a:pPr marL="432000" indent="-324000" defTabSz="914400">
              <a:lnSpc>
                <a:spcPct val="90000"/>
              </a:lnSpc>
              <a:spcBef>
                <a:spcPts val="1191"/>
              </a:spcBef>
              <a:spcAft>
                <a:spcPts val="992"/>
              </a:spcAft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400" strike="noStrike" u="none">
                <a:solidFill>
                  <a:schemeClr val="lt1"/>
                </a:solidFill>
                <a:effectLst/>
                <a:uFillTx/>
                <a:latin typeface="Calibri"/>
              </a:rPr>
              <a:t>Фіналізація: Генерація готового ISO-образу (Р4) та перевірка цілісності.</a:t>
            </a:r>
            <a:endParaRPr b="0" lang="en-US" sz="14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  <a:p>
            <a:pPr marL="432000" indent="-324000" defTabSz="914400">
              <a:lnSpc>
                <a:spcPct val="90000"/>
              </a:lnSpc>
              <a:spcBef>
                <a:spcPts val="1191"/>
              </a:spcBef>
              <a:spcAft>
                <a:spcPts val="992"/>
              </a:spcAft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400" strike="noStrike" u="none">
                <a:solidFill>
                  <a:schemeClr val="lt1"/>
                </a:solidFill>
                <a:effectLst/>
                <a:uFillTx/>
                <a:latin typeface="Calibri"/>
              </a:rPr>
              <a:t>Дистрибуція: Пошук за критеріями (К2) та завантаження (К1).</a:t>
            </a:r>
            <a:endParaRPr b="0" lang="en-US" sz="14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80" name=""/>
          <p:cNvSpPr txBox="1"/>
          <p:nvPr/>
        </p:nvSpPr>
        <p:spPr>
          <a:xfrm>
            <a:off x="498960" y="3640680"/>
            <a:ext cx="10931400" cy="2605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defTabSz="914400">
              <a:lnSpc>
                <a:spcPct val="90000"/>
              </a:lnSpc>
              <a:spcBef>
                <a:spcPts val="1191"/>
              </a:spcBef>
              <a:spcAft>
                <a:spcPts val="992"/>
              </a:spcAft>
            </a:pPr>
            <a:r>
              <a:rPr b="0" lang="en-US" sz="1600" strike="noStrike" u="none">
                <a:solidFill>
                  <a:schemeClr val="lt1"/>
                </a:solidFill>
                <a:effectLst/>
                <a:uFillTx/>
                <a:latin typeface="Calibri"/>
              </a:rPr>
              <a:t>Спеціальні вимоги та обмеження</a:t>
            </a:r>
            <a:endParaRPr b="0" lang="en-US" sz="16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  <a:p>
            <a:pPr marL="432000" indent="-324000" defTabSz="914400">
              <a:lnSpc>
                <a:spcPct val="90000"/>
              </a:lnSpc>
              <a:spcBef>
                <a:spcPts val="1191"/>
              </a:spcBef>
              <a:spcAft>
                <a:spcPts val="992"/>
              </a:spcAft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400" strike="noStrike" u="none">
                <a:solidFill>
                  <a:schemeClr val="lt1"/>
                </a:solidFill>
                <a:effectLst/>
                <a:uFillTx/>
                <a:latin typeface="Calibri"/>
              </a:rPr>
              <a:t>Продуктивність: Підтримка 1000+ одночасних сесій; час відгуку &lt; 3 сек.</a:t>
            </a:r>
            <a:endParaRPr b="0" lang="en-US" sz="14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  <a:p>
            <a:pPr marL="432000" indent="-324000" defTabSz="914400">
              <a:lnSpc>
                <a:spcPct val="90000"/>
              </a:lnSpc>
              <a:spcBef>
                <a:spcPts val="1191"/>
              </a:spcBef>
              <a:spcAft>
                <a:spcPts val="992"/>
              </a:spcAft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400" strike="noStrike" u="none">
                <a:solidFill>
                  <a:schemeClr val="lt1"/>
                </a:solidFill>
                <a:effectLst/>
                <a:uFillTx/>
                <a:latin typeface="Calibri"/>
              </a:rPr>
              <a:t>Надійність: Доступність 24/7; середній час безвідмовної роботи — 30 діб.</a:t>
            </a:r>
            <a:endParaRPr b="0" lang="en-US" sz="14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  <a:p>
            <a:pPr marL="432000" indent="-324000" defTabSz="914400">
              <a:lnSpc>
                <a:spcPct val="90000"/>
              </a:lnSpc>
              <a:spcBef>
                <a:spcPts val="1191"/>
              </a:spcBef>
              <a:spcAft>
                <a:spcPts val="992"/>
              </a:spcAft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400" strike="noStrike" u="none">
                <a:solidFill>
                  <a:schemeClr val="lt1"/>
                </a:solidFill>
                <a:effectLst/>
                <a:uFillTx/>
                <a:latin typeface="Calibri"/>
              </a:rPr>
              <a:t>Технічний стек: База даних MySQL; модульна архітектура (підтримка плагінів).</a:t>
            </a:r>
            <a:endParaRPr b="0" lang="en-US" sz="14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  <a:p>
            <a:pPr marL="432000" indent="-324000" defTabSz="914400">
              <a:lnSpc>
                <a:spcPct val="90000"/>
              </a:lnSpc>
              <a:spcBef>
                <a:spcPts val="1191"/>
              </a:spcBef>
              <a:spcAft>
                <a:spcPts val="992"/>
              </a:spcAft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400" strike="noStrike" u="none">
                <a:solidFill>
                  <a:schemeClr val="lt1"/>
                </a:solidFill>
                <a:effectLst/>
                <a:uFillTx/>
                <a:latin typeface="Calibri"/>
              </a:rPr>
              <a:t>Мінімальне середовище: * CPU: 2 GHz | RAM: 4 GB | Disk: 2 GB.</a:t>
            </a:r>
            <a:endParaRPr b="0" lang="en-US" sz="14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  <a:p>
            <a:pPr marL="432000" indent="-324000" defTabSz="914400">
              <a:lnSpc>
                <a:spcPct val="90000"/>
              </a:lnSpc>
              <a:spcBef>
                <a:spcPts val="1191"/>
              </a:spcBef>
              <a:spcAft>
                <a:spcPts val="992"/>
              </a:spcAft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400" strike="noStrike" u="none">
                <a:solidFill>
                  <a:schemeClr val="lt1"/>
                </a:solidFill>
                <a:effectLst/>
                <a:uFillTx/>
                <a:latin typeface="Calibri"/>
              </a:rPr>
              <a:t>OS: Windows 10/11, Linux, macOS 10.15+.</a:t>
            </a:r>
            <a:endParaRPr b="0" lang="en-US" sz="14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Title 9"/>
          <p:cNvSpPr txBox="1"/>
          <p:nvPr/>
        </p:nvSpPr>
        <p:spPr>
          <a:xfrm>
            <a:off x="617400" y="365760"/>
            <a:ext cx="11218320" cy="132516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p>
            <a:pPr defTabSz="914400">
              <a:lnSpc>
                <a:spcPct val="90000"/>
              </a:lnSpc>
            </a:pPr>
            <a:r>
              <a:rPr b="0" lang="en-US" sz="4200" strike="noStrike" u="none">
                <a:solidFill>
                  <a:schemeClr val="lt1"/>
                </a:solidFill>
                <a:effectLst/>
                <a:uFillTx/>
                <a:latin typeface="Calibri Light"/>
              </a:rPr>
              <a:t>Вери</a:t>
            </a:r>
            <a:r>
              <a:rPr b="0" lang="en-US" sz="4200" strike="noStrike" u="none">
                <a:solidFill>
                  <a:schemeClr val="lt1"/>
                </a:solidFill>
                <a:effectLst/>
                <a:uFillTx/>
                <a:latin typeface="Calibri Light"/>
              </a:rPr>
              <a:t>фікац</a:t>
            </a:r>
            <a:r>
              <a:rPr b="0" lang="en-US" sz="4200" strike="noStrike" u="none">
                <a:solidFill>
                  <a:schemeClr val="lt1"/>
                </a:solidFill>
                <a:effectLst/>
                <a:uFillTx/>
                <a:latin typeface="Calibri Light"/>
              </a:rPr>
              <a:t>ія </a:t>
            </a:r>
            <a:r>
              <a:rPr b="0" lang="en-US" sz="4200" strike="noStrike" u="none">
                <a:solidFill>
                  <a:schemeClr val="lt1"/>
                </a:solidFill>
                <a:effectLst/>
                <a:uFillTx/>
                <a:latin typeface="Calibri Light"/>
              </a:rPr>
              <a:t>вимо</a:t>
            </a:r>
            <a:r>
              <a:rPr b="0" lang="en-US" sz="4200" strike="noStrike" u="none">
                <a:solidFill>
                  <a:schemeClr val="lt1"/>
                </a:solidFill>
                <a:effectLst/>
                <a:uFillTx/>
                <a:latin typeface="Calibri Light"/>
              </a:rPr>
              <a:t>г</a:t>
            </a:r>
            <a:endParaRPr b="0" lang="en-US" sz="4200" strike="noStrike" u="none">
              <a:solidFill>
                <a:schemeClr val="dk1"/>
              </a:solidFill>
              <a:effectLst/>
              <a:uFillTx/>
              <a:latin typeface="Calibri"/>
              <a:ea typeface="Noto Sans"/>
            </a:endParaRPr>
          </a:p>
        </p:txBody>
      </p:sp>
      <p:graphicFrame>
        <p:nvGraphicFramePr>
          <p:cNvPr id="282" name=""/>
          <p:cNvGraphicFramePr/>
          <p:nvPr/>
        </p:nvGraphicFramePr>
        <p:xfrm>
          <a:off x="746280" y="1690920"/>
          <a:ext cx="10923840" cy="3362400"/>
        </p:xfrm>
        <a:graphic>
          <a:graphicData uri="http://schemas.openxmlformats.org/drawingml/2006/table">
            <a:tbl>
              <a:tblPr/>
              <a:tblGrid>
                <a:gridCol w="2141280"/>
                <a:gridCol w="1604160"/>
                <a:gridCol w="7178760"/>
              </a:tblGrid>
              <a:tr h="279720">
                <a:tc>
                  <a:txBody>
                    <a:bodyPr lIns="36000" rIns="36000" tIns="36000" bIns="36000" anchor="t">
                      <a:noAutofit/>
                    </a:bodyPr>
                    <a:p>
                      <a:pPr algn="just"/>
                      <a:r>
                        <a:rPr b="0" lang="ru-RU" sz="1200" strike="noStrike" u="non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  <a:ea typeface="Times New Roman"/>
                        </a:rPr>
                        <a:t>Назва вимоги</a:t>
                      </a:r>
                      <a:endParaRPr b="0" lang="ru-RU" sz="1200" strike="noStrike" u="none">
                        <a:solidFill>
                          <a:srgbClr val="ffffff"/>
                        </a:solidFill>
                        <a:effectLst/>
                        <a:uFillTx/>
                        <a:latin typeface="Calibri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ffffff"/>
                      </a:solidFill>
                      <a:prstDash val="solid"/>
                    </a:lnL>
                    <a:lnR w="7200">
                      <a:solidFill>
                        <a:srgbClr val="ffffff"/>
                      </a:solidFill>
                      <a:prstDash val="solid"/>
                    </a:lnR>
                    <a:lnT w="7200">
                      <a:solidFill>
                        <a:srgbClr val="ffffff"/>
                      </a:solidFill>
                      <a:prstDash val="solid"/>
                    </a:lnT>
                    <a:lnB w="7200">
                      <a:solidFill>
                        <a:srgbClr val="ffffff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tIns="36000" bIns="36000" anchor="t">
                      <a:noAutofit/>
                    </a:bodyPr>
                    <a:p>
                      <a:r>
                        <a:rPr b="0" lang="en-US" sz="1200" strike="noStrike" u="non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</a:rPr>
                        <a:t>Статус</a:t>
                      </a:r>
                      <a:endParaRPr b="0" lang="en-US" sz="1200" strike="noStrike" u="none">
                        <a:solidFill>
                          <a:srgbClr val="ffffff"/>
                        </a:solidFill>
                        <a:effectLst/>
                        <a:uFillTx/>
                        <a:latin typeface="Calibri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ffffff"/>
                      </a:solidFill>
                      <a:prstDash val="solid"/>
                    </a:lnL>
                    <a:lnR w="7200">
                      <a:solidFill>
                        <a:srgbClr val="ffffff"/>
                      </a:solidFill>
                      <a:prstDash val="solid"/>
                    </a:lnR>
                    <a:lnT w="7200">
                      <a:solidFill>
                        <a:srgbClr val="ffffff"/>
                      </a:solidFill>
                      <a:prstDash val="solid"/>
                    </a:lnT>
                    <a:lnB w="7200">
                      <a:solidFill>
                        <a:srgbClr val="ffffff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tIns="36000" bIns="36000" anchor="t">
                      <a:noAutofit/>
                    </a:bodyPr>
                    <a:p>
                      <a:pPr algn="just">
                        <a:spcBef>
                          <a:spcPts val="1191"/>
                        </a:spcBef>
                        <a:spcAft>
                          <a:spcPts val="992"/>
                        </a:spcAft>
                      </a:pPr>
                      <a:r>
                        <a:rPr b="0" lang="en-US" sz="1200" strike="noStrike" u="non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  <a:ea typeface="Times New Roman"/>
                        </a:rPr>
                        <a:t>Поточний стан</a:t>
                      </a:r>
                      <a:endParaRPr b="0" lang="en-US" sz="1200" strike="noStrike" u="non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ffffff"/>
                      </a:solidFill>
                      <a:prstDash val="solid"/>
                    </a:lnL>
                    <a:lnR w="7200">
                      <a:solidFill>
                        <a:srgbClr val="ffffff"/>
                      </a:solidFill>
                      <a:prstDash val="solid"/>
                    </a:lnR>
                    <a:lnT w="7200">
                      <a:solidFill>
                        <a:srgbClr val="ffffff"/>
                      </a:solidFill>
                      <a:prstDash val="solid"/>
                    </a:lnT>
                    <a:lnB w="7200">
                      <a:solidFill>
                        <a:srgbClr val="ffffff"/>
                      </a:solidFill>
                      <a:prstDash val="solid"/>
                    </a:lnB>
                    <a:noFill/>
                  </a:tcPr>
                </a:tc>
              </a:tr>
              <a:tr h="487080">
                <a:tc>
                  <a:txBody>
                    <a:bodyPr lIns="36000" rIns="36000" tIns="36000" bIns="36000" anchor="t">
                      <a:noAutofit/>
                    </a:bodyPr>
                    <a:p>
                      <a:pPr algn="just">
                        <a:spcBef>
                          <a:spcPts val="1191"/>
                        </a:spcBef>
                        <a:spcAft>
                          <a:spcPts val="992"/>
                        </a:spcAft>
                      </a:pPr>
                      <a:r>
                        <a:rPr b="0" lang="en-US" sz="1200" strike="noStrike" u="non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  <a:ea typeface="Times New Roman"/>
                        </a:rPr>
                        <a:t>Створення нового дистрибутива</a:t>
                      </a:r>
                      <a:endParaRPr b="0" lang="en-US" sz="1200" strike="noStrike" u="non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ffffff"/>
                      </a:solidFill>
                      <a:prstDash val="solid"/>
                    </a:lnL>
                    <a:lnR w="7200">
                      <a:solidFill>
                        <a:srgbClr val="ffffff"/>
                      </a:solidFill>
                      <a:prstDash val="solid"/>
                    </a:lnR>
                    <a:lnT w="7200">
                      <a:solidFill>
                        <a:srgbClr val="ffffff"/>
                      </a:solidFill>
                      <a:prstDash val="solid"/>
                    </a:lnT>
                    <a:lnB w="7200">
                      <a:solidFill>
                        <a:srgbClr val="ffffff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tIns="36000" bIns="36000" anchor="t">
                      <a:noAutofit/>
                    </a:bodyPr>
                    <a:p>
                      <a:pPr algn="just">
                        <a:spcBef>
                          <a:spcPts val="1191"/>
                        </a:spcBef>
                        <a:spcAft>
                          <a:spcPts val="992"/>
                        </a:spcAft>
                      </a:pPr>
                      <a:r>
                        <a:rPr b="0" lang="ru-RU" sz="1200" strike="noStrike" u="non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</a:rPr>
                        <a:t>Потребує перегляду</a:t>
                      </a:r>
                      <a:endParaRPr b="0" lang="ru-RU" sz="1200" strike="noStrike" u="non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ffffff"/>
                      </a:solidFill>
                      <a:prstDash val="solid"/>
                    </a:lnL>
                    <a:lnR w="7200">
                      <a:solidFill>
                        <a:srgbClr val="ffffff"/>
                      </a:solidFill>
                      <a:prstDash val="solid"/>
                    </a:lnR>
                    <a:lnT w="7200">
                      <a:solidFill>
                        <a:srgbClr val="ffffff"/>
                      </a:solidFill>
                      <a:prstDash val="solid"/>
                    </a:lnT>
                    <a:lnB w="7200">
                      <a:solidFill>
                        <a:srgbClr val="ffffff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tIns="36000" bIns="36000" anchor="t">
                      <a:noAutofit/>
                    </a:bodyPr>
                    <a:p>
                      <a:pPr algn="just">
                        <a:spcBef>
                          <a:spcPts val="1191"/>
                        </a:spcBef>
                        <a:spcAft>
                          <a:spcPts val="992"/>
                        </a:spcAft>
                      </a:pPr>
                      <a:r>
                        <a:rPr b="0" lang="en-US" sz="1200" strike="noStrike" u="non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</a:rPr>
                        <a:t>Критично: Повнота лише 30%. Брак алгоритмів вибору бази та генерації структури.</a:t>
                      </a:r>
                      <a:endParaRPr b="0" lang="en-US" sz="1200" strike="noStrike" u="non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ffffff"/>
                      </a:solidFill>
                      <a:prstDash val="solid"/>
                    </a:lnL>
                    <a:lnR w="7200">
                      <a:solidFill>
                        <a:srgbClr val="ffffff"/>
                      </a:solidFill>
                      <a:prstDash val="solid"/>
                    </a:lnR>
                    <a:lnT w="7200">
                      <a:solidFill>
                        <a:srgbClr val="ffffff"/>
                      </a:solidFill>
                      <a:prstDash val="solid"/>
                    </a:lnT>
                    <a:lnB w="7200">
                      <a:solidFill>
                        <a:srgbClr val="ffffff"/>
                      </a:solidFill>
                      <a:prstDash val="solid"/>
                    </a:lnB>
                    <a:noFill/>
                  </a:tcPr>
                </a:tc>
              </a:tr>
              <a:tr h="367920">
                <a:tc>
                  <a:txBody>
                    <a:bodyPr lIns="36000" rIns="36000" tIns="36000" bIns="36000" anchor="t">
                      <a:noAutofit/>
                    </a:bodyPr>
                    <a:p>
                      <a:pPr algn="just">
                        <a:spcBef>
                          <a:spcPts val="1191"/>
                        </a:spcBef>
                        <a:spcAft>
                          <a:spcPts val="992"/>
                        </a:spcAft>
                      </a:pPr>
                      <a:r>
                        <a:rPr b="0" lang="ru-RU" sz="1200" strike="noStrike" u="non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  <a:ea typeface="Times New Roman"/>
                        </a:rPr>
                        <a:t>Конфігурування параметрів</a:t>
                      </a:r>
                      <a:endParaRPr b="0" lang="ru-RU" sz="1200" strike="noStrike" u="non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ffffff"/>
                      </a:solidFill>
                      <a:prstDash val="solid"/>
                    </a:lnL>
                    <a:lnR w="7200">
                      <a:solidFill>
                        <a:srgbClr val="ffffff"/>
                      </a:solidFill>
                      <a:prstDash val="solid"/>
                    </a:lnR>
                    <a:lnT w="7200">
                      <a:solidFill>
                        <a:srgbClr val="ffffff"/>
                      </a:solidFill>
                      <a:prstDash val="solid"/>
                    </a:lnT>
                    <a:lnB w="7200">
                      <a:solidFill>
                        <a:srgbClr val="ffffff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tIns="36000" bIns="36000" anchor="t">
                      <a:noAutofit/>
                    </a:bodyPr>
                    <a:p>
                      <a:pPr algn="just"/>
                      <a:r>
                        <a:rPr b="0" lang="ru-RU" sz="1200" strike="noStrike" u="non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</a:rPr>
                        <a:t>Потребує уточнення</a:t>
                      </a:r>
                      <a:endParaRPr b="0" lang="ru-RU" sz="1200" strike="noStrike" u="non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ffffff"/>
                      </a:solidFill>
                      <a:prstDash val="solid"/>
                    </a:lnL>
                    <a:lnR w="7200">
                      <a:solidFill>
                        <a:srgbClr val="ffffff"/>
                      </a:solidFill>
                      <a:prstDash val="solid"/>
                    </a:lnR>
                    <a:lnT w="7200">
                      <a:solidFill>
                        <a:srgbClr val="ffffff"/>
                      </a:solidFill>
                      <a:prstDash val="solid"/>
                    </a:lnT>
                    <a:lnB w="7200">
                      <a:solidFill>
                        <a:srgbClr val="ffffff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tIns="36000" bIns="36000" anchor="t">
                      <a:noAutofit/>
                    </a:bodyPr>
                    <a:p>
                      <a:pPr algn="just">
                        <a:spcBef>
                          <a:spcPts val="1191"/>
                        </a:spcBef>
                        <a:spcAft>
                          <a:spcPts val="992"/>
                        </a:spcAft>
                      </a:pPr>
                      <a:r>
                        <a:rPr b="0" lang="en-US" sz="1200" strike="noStrike" u="non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  <a:ea typeface="Times New Roman"/>
                        </a:rPr>
                        <a:t>Межова ясність (0.6). Занадто абстрактно; потрібні деталі щодо файлових систем.</a:t>
                      </a:r>
                      <a:endParaRPr b="0" lang="en-US" sz="1200" strike="noStrike" u="non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ffffff"/>
                      </a:solidFill>
                      <a:prstDash val="solid"/>
                    </a:lnL>
                    <a:lnR w="7200">
                      <a:solidFill>
                        <a:srgbClr val="ffffff"/>
                      </a:solidFill>
                      <a:prstDash val="solid"/>
                    </a:lnR>
                    <a:lnT w="7200">
                      <a:solidFill>
                        <a:srgbClr val="ffffff"/>
                      </a:solidFill>
                      <a:prstDash val="solid"/>
                    </a:lnT>
                    <a:lnB w="7200">
                      <a:solidFill>
                        <a:srgbClr val="ffffff"/>
                      </a:solidFill>
                      <a:prstDash val="solid"/>
                    </a:lnB>
                    <a:noFill/>
                  </a:tcPr>
                </a:tc>
              </a:tr>
              <a:tr h="292680">
                <a:tc>
                  <a:txBody>
                    <a:bodyPr lIns="36000" rIns="36000" tIns="36000" bIns="36000" anchor="t">
                      <a:noAutofit/>
                    </a:bodyPr>
                    <a:p>
                      <a:pPr algn="just"/>
                      <a:r>
                        <a:rPr b="0" lang="ru-RU" sz="1200" strike="noStrike" u="non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  <a:ea typeface="Times New Roman"/>
                        </a:rPr>
                        <a:t>Збереження знімка системи</a:t>
                      </a:r>
                      <a:endParaRPr b="0" lang="ru-RU" sz="1200" strike="noStrike" u="non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ffffff"/>
                      </a:solidFill>
                      <a:prstDash val="solid"/>
                    </a:lnL>
                    <a:lnR w="7200">
                      <a:solidFill>
                        <a:srgbClr val="ffffff"/>
                      </a:solidFill>
                      <a:prstDash val="solid"/>
                    </a:lnR>
                    <a:lnT w="7200">
                      <a:solidFill>
                        <a:srgbClr val="ffffff"/>
                      </a:solidFill>
                      <a:prstDash val="solid"/>
                    </a:lnT>
                    <a:lnB w="7200">
                      <a:solidFill>
                        <a:srgbClr val="ffffff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tIns="36000" bIns="36000" anchor="t">
                      <a:noAutofit/>
                    </a:bodyPr>
                    <a:p>
                      <a:pPr algn="just"/>
                      <a:r>
                        <a:rPr b="0" lang="ru-RU" sz="1200" strike="noStrike" u="non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</a:rPr>
                        <a:t>Стабільна</a:t>
                      </a:r>
                      <a:endParaRPr b="0" lang="ru-RU" sz="1200" strike="noStrike" u="non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ffffff"/>
                      </a:solidFill>
                      <a:prstDash val="solid"/>
                    </a:lnL>
                    <a:lnR w="7200">
                      <a:solidFill>
                        <a:srgbClr val="ffffff"/>
                      </a:solidFill>
                      <a:prstDash val="solid"/>
                    </a:lnR>
                    <a:lnT w="7200">
                      <a:solidFill>
                        <a:srgbClr val="ffffff"/>
                      </a:solidFill>
                      <a:prstDash val="solid"/>
                    </a:lnT>
                    <a:lnB w="7200">
                      <a:solidFill>
                        <a:srgbClr val="ffffff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tIns="36000" bIns="36000" anchor="t">
                      <a:noAutofit/>
                    </a:bodyPr>
                    <a:p>
                      <a:pPr algn="just">
                        <a:spcBef>
                          <a:spcPts val="1191"/>
                        </a:spcBef>
                        <a:spcAft>
                          <a:spcPts val="992"/>
                        </a:spcAft>
                      </a:pPr>
                      <a:r>
                        <a:rPr b="0" lang="en-US" sz="1200" strike="noStrike" u="non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  <a:ea typeface="Times New Roman"/>
                        </a:rPr>
                        <a:t>Висока готовність (0.8+). Основна логіка чітко визначена та перевіряєма.</a:t>
                      </a:r>
                      <a:endParaRPr b="0" lang="en-US" sz="1200" strike="noStrike" u="non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ffffff"/>
                      </a:solidFill>
                      <a:prstDash val="solid"/>
                    </a:lnL>
                    <a:lnR w="7200">
                      <a:solidFill>
                        <a:srgbClr val="ffffff"/>
                      </a:solidFill>
                      <a:prstDash val="solid"/>
                    </a:lnR>
                    <a:lnT w="7200">
                      <a:solidFill>
                        <a:srgbClr val="ffffff"/>
                      </a:solidFill>
                      <a:prstDash val="solid"/>
                    </a:lnT>
                    <a:lnB w="7200">
                      <a:solidFill>
                        <a:srgbClr val="ffffff"/>
                      </a:solidFill>
                      <a:prstDash val="solid"/>
                    </a:lnB>
                    <a:noFill/>
                  </a:tcPr>
                </a:tc>
              </a:tr>
              <a:tr h="367920">
                <a:tc>
                  <a:txBody>
                    <a:bodyPr lIns="36000" rIns="36000" tIns="36000" bIns="36000" anchor="t">
                      <a:noAutofit/>
                    </a:bodyPr>
                    <a:p>
                      <a:pPr algn="just"/>
                      <a:r>
                        <a:rPr b="0" lang="ru-RU" sz="1200" strike="noStrike" u="non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  <a:ea typeface="Times New Roman"/>
                        </a:rPr>
                        <a:t>Генерація ISO-образу</a:t>
                      </a:r>
                      <a:endParaRPr b="0" lang="ru-RU" sz="1200" strike="noStrike" u="non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ffffff"/>
                      </a:solidFill>
                      <a:prstDash val="solid"/>
                    </a:lnL>
                    <a:lnR w="7200">
                      <a:solidFill>
                        <a:srgbClr val="ffffff"/>
                      </a:solidFill>
                      <a:prstDash val="solid"/>
                    </a:lnR>
                    <a:lnT w="7200">
                      <a:solidFill>
                        <a:srgbClr val="ffffff"/>
                      </a:solidFill>
                      <a:prstDash val="solid"/>
                    </a:lnT>
                    <a:lnB w="7200">
                      <a:solidFill>
                        <a:srgbClr val="ffffff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tIns="36000" bIns="36000" anchor="t">
                      <a:noAutofit/>
                    </a:bodyPr>
                    <a:p>
                      <a:pPr algn="just"/>
                      <a:r>
                        <a:rPr b="0" lang="ru-RU" sz="1200" strike="noStrike" u="non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</a:rPr>
                        <a:t>Потребує перегляду</a:t>
                      </a:r>
                      <a:endParaRPr b="0" lang="ru-RU" sz="1200" strike="noStrike" u="non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ffffff"/>
                      </a:solidFill>
                      <a:prstDash val="solid"/>
                    </a:lnL>
                    <a:lnR w="7200">
                      <a:solidFill>
                        <a:srgbClr val="ffffff"/>
                      </a:solidFill>
                      <a:prstDash val="solid"/>
                    </a:lnR>
                    <a:lnT w="7200">
                      <a:solidFill>
                        <a:srgbClr val="ffffff"/>
                      </a:solidFill>
                      <a:prstDash val="solid"/>
                    </a:lnT>
                    <a:lnB w="7200">
                      <a:solidFill>
                        <a:srgbClr val="ffffff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tIns="36000" bIns="36000" anchor="t">
                      <a:noAutofit/>
                    </a:bodyPr>
                    <a:p>
                      <a:pPr algn="just"/>
                      <a:r>
                        <a:rPr b="0" lang="en-US" sz="1200" strike="noStrike" u="non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  <a:ea typeface="Times New Roman"/>
                        </a:rPr>
                        <a:t>Технічний борг: Коректність 0. Брак опису компіляції ядра та стиснення SquashFS.</a:t>
                      </a:r>
                      <a:endParaRPr b="0" lang="en-US" sz="1200" strike="noStrike" u="non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ffffff"/>
                      </a:solidFill>
                      <a:prstDash val="solid"/>
                    </a:lnL>
                    <a:lnR w="7200">
                      <a:solidFill>
                        <a:srgbClr val="ffffff"/>
                      </a:solidFill>
                      <a:prstDash val="solid"/>
                    </a:lnR>
                    <a:lnT w="7200">
                      <a:solidFill>
                        <a:srgbClr val="ffffff"/>
                      </a:solidFill>
                      <a:prstDash val="solid"/>
                    </a:lnT>
                    <a:lnB w="7200">
                      <a:solidFill>
                        <a:srgbClr val="ffffff"/>
                      </a:solidFill>
                      <a:prstDash val="solid"/>
                    </a:lnB>
                    <a:noFill/>
                  </a:tcPr>
                </a:tc>
              </a:tr>
              <a:tr h="367920">
                <a:tc>
                  <a:txBody>
                    <a:bodyPr lIns="36000" rIns="36000" tIns="36000" bIns="36000" anchor="t">
                      <a:noAutofit/>
                    </a:bodyPr>
                    <a:p>
                      <a:pPr algn="just"/>
                      <a:r>
                        <a:rPr b="0" lang="ru-RU" sz="1200" strike="noStrike" u="non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  <a:ea typeface="Times New Roman"/>
                        </a:rPr>
                        <a:t>Перевірка на безпеку</a:t>
                      </a:r>
                      <a:endParaRPr b="0" lang="ru-RU" sz="1200" strike="noStrike" u="non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ffffff"/>
                      </a:solidFill>
                      <a:prstDash val="solid"/>
                    </a:lnL>
                    <a:lnR w="7200">
                      <a:solidFill>
                        <a:srgbClr val="ffffff"/>
                      </a:solidFill>
                      <a:prstDash val="solid"/>
                    </a:lnR>
                    <a:lnT w="7200">
                      <a:solidFill>
                        <a:srgbClr val="ffffff"/>
                      </a:solidFill>
                      <a:prstDash val="solid"/>
                    </a:lnT>
                    <a:lnB w="7200">
                      <a:solidFill>
                        <a:srgbClr val="ffffff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tIns="36000" bIns="36000" anchor="t">
                      <a:noAutofit/>
                    </a:bodyPr>
                    <a:p>
                      <a:pPr algn="just"/>
                      <a:r>
                        <a:rPr b="0" lang="ru-RU" sz="1200" strike="noStrike" u="non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</a:rPr>
                        <a:t>Потребує уточнення</a:t>
                      </a:r>
                      <a:endParaRPr b="0" lang="ru-RU" sz="1200" strike="noStrike" u="non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ffffff"/>
                      </a:solidFill>
                      <a:prstDash val="solid"/>
                    </a:lnL>
                    <a:lnR w="7200">
                      <a:solidFill>
                        <a:srgbClr val="ffffff"/>
                      </a:solidFill>
                      <a:prstDash val="solid"/>
                    </a:lnR>
                    <a:lnT w="7200">
                      <a:solidFill>
                        <a:srgbClr val="ffffff"/>
                      </a:solidFill>
                      <a:prstDash val="solid"/>
                    </a:lnT>
                    <a:lnB w="7200">
                      <a:solidFill>
                        <a:srgbClr val="ffffff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tIns="36000" bIns="36000" anchor="t">
                      <a:noAutofit/>
                    </a:bodyPr>
                    <a:p>
                      <a:pPr algn="just"/>
                      <a:r>
                        <a:rPr b="0" lang="en-US" sz="1200" strike="noStrike" u="non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  <a:ea typeface="Times New Roman"/>
                        </a:rPr>
                        <a:t>Низька ясність (0.5). Необхідно чітко визначити критерії </a:t>
                      </a:r>
                      <a:r>
                        <a:rPr b="0" lang="en-US" sz="1200" strike="noStrike" u="non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  <a:ea typeface="Times New Roman"/>
                        </a:rPr>
                        <a:t>«шкідливого ПЗ» для модераторів.</a:t>
                      </a:r>
                      <a:endParaRPr b="0" lang="en-US" sz="1200" strike="noStrike" u="non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ffffff"/>
                      </a:solidFill>
                      <a:prstDash val="solid"/>
                    </a:lnL>
                    <a:lnR w="7200">
                      <a:solidFill>
                        <a:srgbClr val="ffffff"/>
                      </a:solidFill>
                      <a:prstDash val="solid"/>
                    </a:lnR>
                    <a:lnT w="7200">
                      <a:solidFill>
                        <a:srgbClr val="ffffff"/>
                      </a:solidFill>
                      <a:prstDash val="solid"/>
                    </a:lnT>
                    <a:lnB w="7200">
                      <a:solidFill>
                        <a:srgbClr val="ffffff"/>
                      </a:solidFill>
                      <a:prstDash val="solid"/>
                    </a:lnB>
                    <a:noFill/>
                  </a:tcPr>
                </a:tc>
              </a:tr>
              <a:tr h="366120">
                <a:tc>
                  <a:txBody>
                    <a:bodyPr lIns="36000" rIns="36000" tIns="36000" bIns="36000" anchor="t">
                      <a:noAutofit/>
                    </a:bodyPr>
                    <a:p>
                      <a:r>
                        <a:rPr b="0" lang="en-US" sz="1200" strike="noStrike" u="none">
                          <a:solidFill>
                            <a:srgbClr val="ffffff"/>
                          </a:solidFill>
                          <a:effectLst/>
                          <a:uFillTx/>
                          <a:latin typeface="Arial"/>
                        </a:rPr>
                        <a:t>Блокування </a:t>
                      </a:r>
                      <a:r>
                        <a:rPr b="0" lang="en-US" sz="1200" strike="noStrike" u="none">
                          <a:solidFill>
                            <a:srgbClr val="ffffff"/>
                          </a:solidFill>
                          <a:effectLst/>
                          <a:uFillTx/>
                          <a:latin typeface="Arial"/>
                        </a:rPr>
                        <a:t>дистрибутива</a:t>
                      </a:r>
                      <a:endParaRPr b="0" lang="en-US" sz="1200" strike="noStrike" u="non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ffffff"/>
                      </a:solidFill>
                      <a:prstDash val="solid"/>
                    </a:lnL>
                    <a:lnR w="7200">
                      <a:solidFill>
                        <a:srgbClr val="ffffff"/>
                      </a:solidFill>
                      <a:prstDash val="solid"/>
                    </a:lnR>
                    <a:lnT w="7200">
                      <a:solidFill>
                        <a:srgbClr val="ffffff"/>
                      </a:solidFill>
                      <a:prstDash val="solid"/>
                    </a:lnT>
                    <a:lnB w="7200">
                      <a:solidFill>
                        <a:srgbClr val="ffffff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tIns="36000" bIns="36000" anchor="t">
                      <a:noAutofit/>
                    </a:bodyPr>
                    <a:p>
                      <a:pPr algn="just"/>
                      <a:r>
                        <a:rPr b="0" lang="ru-RU" sz="1200" strike="noStrike" u="non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</a:rPr>
                        <a:t>Стабільна</a:t>
                      </a:r>
                      <a:endParaRPr b="0" lang="ru-RU" sz="1200" strike="noStrike" u="non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ffffff"/>
                      </a:solidFill>
                      <a:prstDash val="solid"/>
                    </a:lnL>
                    <a:lnR w="7200">
                      <a:solidFill>
                        <a:srgbClr val="ffffff"/>
                      </a:solidFill>
                      <a:prstDash val="solid"/>
                    </a:lnR>
                    <a:lnT w="7200">
                      <a:solidFill>
                        <a:srgbClr val="ffffff"/>
                      </a:solidFill>
                      <a:prstDash val="solid"/>
                    </a:lnT>
                    <a:lnB w="7200">
                      <a:solidFill>
                        <a:srgbClr val="ffffff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tIns="36000" bIns="36000" anchor="t">
                      <a:noAutofit/>
                    </a:bodyPr>
                    <a:p>
                      <a:pPr algn="just"/>
                      <a:r>
                        <a:rPr b="0" lang="en-US" sz="1200" strike="noStrike" u="non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</a:rPr>
                        <a:t>Готова до впровадження. Чіткий вимірюваний результат.</a:t>
                      </a:r>
                      <a:endParaRPr b="0" lang="en-US" sz="1200" strike="noStrike" u="non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ffffff"/>
                      </a:solidFill>
                      <a:prstDash val="solid"/>
                    </a:lnL>
                    <a:lnR w="7200">
                      <a:solidFill>
                        <a:srgbClr val="ffffff"/>
                      </a:solidFill>
                      <a:prstDash val="solid"/>
                    </a:lnR>
                    <a:lnT w="7200">
                      <a:solidFill>
                        <a:srgbClr val="ffffff"/>
                      </a:solidFill>
                      <a:prstDash val="solid"/>
                    </a:lnT>
                    <a:lnB w="7200">
                      <a:solidFill>
                        <a:srgbClr val="ffffff"/>
                      </a:solidFill>
                      <a:prstDash val="solid"/>
                    </a:lnB>
                    <a:noFill/>
                  </a:tcPr>
                </a:tc>
              </a:tr>
              <a:tr h="366120">
                <a:tc>
                  <a:txBody>
                    <a:bodyPr lIns="36000" rIns="36000" tIns="36000" bIns="36000" anchor="t">
                      <a:noAutofit/>
                    </a:bodyPr>
                    <a:p>
                      <a:r>
                        <a:rPr b="0" lang="en-US" sz="1200" strike="noStrike" u="none">
                          <a:solidFill>
                            <a:srgbClr val="ffffff"/>
                          </a:solidFill>
                          <a:effectLst/>
                          <a:uFillTx/>
                          <a:latin typeface="Arial"/>
                        </a:rPr>
                        <a:t>Тестування функціональності</a:t>
                      </a:r>
                      <a:endParaRPr b="0" lang="en-US" sz="1200" strike="noStrike" u="non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ffffff"/>
                      </a:solidFill>
                      <a:prstDash val="solid"/>
                    </a:lnL>
                    <a:lnR w="7200">
                      <a:solidFill>
                        <a:srgbClr val="ffffff"/>
                      </a:solidFill>
                      <a:prstDash val="solid"/>
                    </a:lnR>
                    <a:lnT w="7200">
                      <a:solidFill>
                        <a:srgbClr val="ffffff"/>
                      </a:solidFill>
                      <a:prstDash val="solid"/>
                    </a:lnT>
                    <a:lnB w="7200">
                      <a:solidFill>
                        <a:srgbClr val="ffffff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tIns="36000" bIns="36000" anchor="t">
                      <a:noAutofit/>
                    </a:bodyPr>
                    <a:p>
                      <a:pPr algn="just"/>
                      <a:r>
                        <a:rPr b="0" lang="ru-RU" sz="1200" strike="noStrike" u="non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</a:rPr>
                        <a:t>Стабільна</a:t>
                      </a:r>
                      <a:endParaRPr b="0" lang="ru-RU" sz="1200" strike="noStrike" u="non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ffffff"/>
                      </a:solidFill>
                      <a:prstDash val="solid"/>
                    </a:lnL>
                    <a:lnR w="7200">
                      <a:solidFill>
                        <a:srgbClr val="ffffff"/>
                      </a:solidFill>
                      <a:prstDash val="solid"/>
                    </a:lnR>
                    <a:lnT w="7200">
                      <a:solidFill>
                        <a:srgbClr val="ffffff"/>
                      </a:solidFill>
                      <a:prstDash val="solid"/>
                    </a:lnT>
                    <a:lnB w="7200">
                      <a:solidFill>
                        <a:srgbClr val="ffffff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tIns="36000" bIns="36000" anchor="t">
                      <a:noAutofit/>
                    </a:bodyPr>
                    <a:p>
                      <a:pPr algn="just"/>
                      <a:r>
                        <a:rPr b="0" lang="en-US" sz="1200" strike="noStrike" u="non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</a:rPr>
                        <a:t>Стабільні оцінки (0.7). Адекватно охоплює перевірку апаратних платформ.</a:t>
                      </a:r>
                      <a:endParaRPr b="0" lang="en-US" sz="1200" strike="noStrike" u="non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ffffff"/>
                      </a:solidFill>
                      <a:prstDash val="solid"/>
                    </a:lnL>
                    <a:lnR w="7200">
                      <a:solidFill>
                        <a:srgbClr val="ffffff"/>
                      </a:solidFill>
                      <a:prstDash val="solid"/>
                    </a:lnR>
                    <a:lnT w="7200">
                      <a:solidFill>
                        <a:srgbClr val="ffffff"/>
                      </a:solidFill>
                      <a:prstDash val="solid"/>
                    </a:lnT>
                    <a:lnB w="7200">
                      <a:solidFill>
                        <a:srgbClr val="ffffff"/>
                      </a:solidFill>
                      <a:prstDash val="solid"/>
                    </a:lnB>
                    <a:noFill/>
                  </a:tcPr>
                </a:tc>
              </a:tr>
              <a:tr h="366120">
                <a:tc>
                  <a:txBody>
                    <a:bodyPr lIns="36000" rIns="36000" tIns="36000" bIns="36000" anchor="t">
                      <a:noAutofit/>
                    </a:bodyPr>
                    <a:p>
                      <a:r>
                        <a:rPr b="0" lang="en-US" sz="1200" strike="noStrike" u="none">
                          <a:solidFill>
                            <a:srgbClr val="ffffff"/>
                          </a:solidFill>
                          <a:effectLst/>
                          <a:uFillTx/>
                          <a:latin typeface="Arial"/>
                        </a:rPr>
                        <a:t>Формування звіту</a:t>
                      </a:r>
                      <a:endParaRPr b="0" lang="en-US" sz="1200" strike="noStrike" u="non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ffffff"/>
                      </a:solidFill>
                      <a:prstDash val="solid"/>
                    </a:lnL>
                    <a:lnR w="7200">
                      <a:solidFill>
                        <a:srgbClr val="ffffff"/>
                      </a:solidFill>
                      <a:prstDash val="solid"/>
                    </a:lnR>
                    <a:lnT w="7200">
                      <a:solidFill>
                        <a:srgbClr val="ffffff"/>
                      </a:solidFill>
                      <a:prstDash val="solid"/>
                    </a:lnT>
                    <a:lnB w="7200">
                      <a:solidFill>
                        <a:srgbClr val="ffffff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tIns="36000" bIns="36000" anchor="t">
                      <a:noAutofit/>
                    </a:bodyPr>
                    <a:p>
                      <a:pPr algn="just"/>
                      <a:r>
                        <a:rPr b="0" lang="ru-RU" sz="1200" strike="noStrike" u="non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</a:rPr>
                        <a:t>Відмінно</a:t>
                      </a:r>
                      <a:endParaRPr b="0" lang="ru-RU" sz="1200" strike="noStrike" u="non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ffffff"/>
                      </a:solidFill>
                      <a:prstDash val="solid"/>
                    </a:lnL>
                    <a:lnR w="7200">
                      <a:solidFill>
                        <a:srgbClr val="ffffff"/>
                      </a:solidFill>
                      <a:prstDash val="solid"/>
                    </a:lnR>
                    <a:lnT w="7200">
                      <a:solidFill>
                        <a:srgbClr val="ffffff"/>
                      </a:solidFill>
                      <a:prstDash val="solid"/>
                    </a:lnT>
                    <a:lnB w="7200">
                      <a:solidFill>
                        <a:srgbClr val="ffffff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tIns="36000" bIns="36000" anchor="t">
                      <a:noAutofit/>
                    </a:bodyPr>
                    <a:p>
                      <a:pPr algn="just"/>
                      <a:r>
                        <a:rPr b="0" lang="en-US" sz="1200" strike="noStrike" u="non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</a:rPr>
                        <a:t>Найвищі показники (0.9). </a:t>
                      </a:r>
                      <a:r>
                        <a:rPr b="0" lang="en-US" sz="1200" strike="noStrike" u="non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</a:rPr>
                        <a:t>Вимога повністю </a:t>
                      </a:r>
                      <a:r>
                        <a:rPr b="0" lang="en-US" sz="1200" strike="noStrike" u="non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</a:rPr>
                        <a:t>специфікована та готова </a:t>
                      </a:r>
                      <a:r>
                        <a:rPr b="0" lang="en-US" sz="1200" strike="noStrike" u="non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</a:rPr>
                        <a:t>до тестування.</a:t>
                      </a:r>
                      <a:endParaRPr b="0" lang="en-US" sz="1200" strike="noStrike" u="non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ffffff"/>
                      </a:solidFill>
                      <a:prstDash val="solid"/>
                    </a:lnL>
                    <a:lnR w="7200">
                      <a:solidFill>
                        <a:srgbClr val="ffffff"/>
                      </a:solidFill>
                      <a:prstDash val="solid"/>
                    </a:lnR>
                    <a:lnT w="7200">
                      <a:solidFill>
                        <a:srgbClr val="ffffff"/>
                      </a:solidFill>
                      <a:prstDash val="solid"/>
                    </a:lnT>
                    <a:lnB w="7200">
                      <a:solidFill>
                        <a:srgbClr val="ffffff"/>
                      </a:solidFill>
                      <a:prstDash val="solid"/>
                    </a:lnB>
                    <a:noFill/>
                  </a:tcPr>
                </a:tc>
              </a:tr>
              <a:tr h="366120">
                <a:tc>
                  <a:txBody>
                    <a:bodyPr lIns="36000" rIns="36000" tIns="36000" bIns="36000" anchor="t">
                      <a:noAutofit/>
                    </a:bodyPr>
                    <a:p>
                      <a:r>
                        <a:rPr b="0" lang="en-US" sz="1200" strike="noStrike" u="none">
                          <a:solidFill>
                            <a:srgbClr val="ffffff"/>
                          </a:solidFill>
                          <a:effectLst/>
                          <a:uFillTx/>
                          <a:latin typeface="Arial"/>
                        </a:rPr>
                        <a:t>Завантаження </a:t>
                      </a:r>
                      <a:r>
                        <a:rPr b="0" lang="en-US" sz="1200" strike="noStrike" u="none">
                          <a:solidFill>
                            <a:srgbClr val="ffffff"/>
                          </a:solidFill>
                          <a:effectLst/>
                          <a:uFillTx/>
                          <a:latin typeface="Arial"/>
                        </a:rPr>
                        <a:t>дистрибутива</a:t>
                      </a:r>
                      <a:endParaRPr b="0" lang="en-US" sz="1200" strike="noStrike" u="non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ffffff"/>
                      </a:solidFill>
                      <a:prstDash val="solid"/>
                    </a:lnL>
                    <a:lnR w="7200">
                      <a:solidFill>
                        <a:srgbClr val="ffffff"/>
                      </a:solidFill>
                      <a:prstDash val="solid"/>
                    </a:lnR>
                    <a:lnT w="7200">
                      <a:solidFill>
                        <a:srgbClr val="ffffff"/>
                      </a:solidFill>
                      <a:prstDash val="solid"/>
                    </a:lnT>
                    <a:lnB w="7200">
                      <a:solidFill>
                        <a:srgbClr val="ffffff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tIns="36000" bIns="36000" anchor="t">
                      <a:noAutofit/>
                    </a:bodyPr>
                    <a:p>
                      <a:pPr algn="just"/>
                      <a:r>
                        <a:rPr b="0" lang="ru-RU" sz="1200" strike="noStrike" u="non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</a:rPr>
                        <a:t>Стабільна</a:t>
                      </a:r>
                      <a:endParaRPr b="0" lang="ru-RU" sz="1200" strike="noStrike" u="non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ffffff"/>
                      </a:solidFill>
                      <a:prstDash val="solid"/>
                    </a:lnL>
                    <a:lnR w="7200">
                      <a:solidFill>
                        <a:srgbClr val="ffffff"/>
                      </a:solidFill>
                      <a:prstDash val="solid"/>
                    </a:lnR>
                    <a:lnT w="7200">
                      <a:solidFill>
                        <a:srgbClr val="ffffff"/>
                      </a:solidFill>
                      <a:prstDash val="solid"/>
                    </a:lnT>
                    <a:lnB w="7200">
                      <a:solidFill>
                        <a:srgbClr val="ffffff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tIns="36000" bIns="36000" anchor="t">
                      <a:noAutofit/>
                    </a:bodyPr>
                    <a:p>
                      <a:pPr algn="just"/>
                      <a:r>
                        <a:rPr b="0" lang="en-US" sz="1200" strike="noStrike" u="non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</a:rPr>
                        <a:t>Вимога для кінцевого користувача чітка та зрозуміла.</a:t>
                      </a:r>
                      <a:endParaRPr b="0" lang="en-US" sz="1200" strike="noStrike" u="non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ffffff"/>
                      </a:solidFill>
                      <a:prstDash val="solid"/>
                    </a:lnL>
                    <a:lnR w="7200">
                      <a:solidFill>
                        <a:srgbClr val="ffffff"/>
                      </a:solidFill>
                      <a:prstDash val="solid"/>
                    </a:lnR>
                    <a:lnT w="7200">
                      <a:solidFill>
                        <a:srgbClr val="ffffff"/>
                      </a:solidFill>
                      <a:prstDash val="solid"/>
                    </a:lnT>
                    <a:lnB w="7200">
                      <a:solidFill>
                        <a:srgbClr val="ffffff"/>
                      </a:solidFill>
                      <a:prstDash val="solid"/>
                    </a:lnB>
                    <a:noFill/>
                  </a:tcPr>
                </a:tc>
              </a:tr>
              <a:tr h="366120">
                <a:tc>
                  <a:txBody>
                    <a:bodyPr lIns="36000" rIns="36000" tIns="36000" bIns="36000" anchor="t">
                      <a:noAutofit/>
                    </a:bodyPr>
                    <a:p>
                      <a:r>
                        <a:rPr b="0" lang="en-US" sz="1200" strike="noStrike" u="none">
                          <a:solidFill>
                            <a:srgbClr val="ffffff"/>
                          </a:solidFill>
                          <a:effectLst/>
                          <a:uFillTx/>
                          <a:latin typeface="Arial"/>
                        </a:rPr>
                        <a:t>Пошук за критеріями</a:t>
                      </a:r>
                      <a:endParaRPr b="0" lang="en-US" sz="1200" strike="noStrike" u="non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ffffff"/>
                      </a:solidFill>
                      <a:prstDash val="solid"/>
                    </a:lnL>
                    <a:lnR w="7200">
                      <a:solidFill>
                        <a:srgbClr val="ffffff"/>
                      </a:solidFill>
                      <a:prstDash val="solid"/>
                    </a:lnR>
                    <a:lnT w="7200">
                      <a:solidFill>
                        <a:srgbClr val="ffffff"/>
                      </a:solidFill>
                      <a:prstDash val="solid"/>
                    </a:lnT>
                    <a:lnB w="7200">
                      <a:solidFill>
                        <a:srgbClr val="ffffff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tIns="36000" bIns="36000" anchor="t">
                      <a:noAutofit/>
                    </a:bodyPr>
                    <a:p>
                      <a:pPr algn="just"/>
                      <a:r>
                        <a:rPr b="0" lang="ru-RU" sz="1200" strike="noStrike" u="non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</a:rPr>
                        <a:t>Стабільна</a:t>
                      </a:r>
                      <a:endParaRPr b="0" lang="ru-RU" sz="1200" strike="noStrike" u="non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ffffff"/>
                      </a:solidFill>
                      <a:prstDash val="solid"/>
                    </a:lnL>
                    <a:lnR w="7200">
                      <a:solidFill>
                        <a:srgbClr val="ffffff"/>
                      </a:solidFill>
                      <a:prstDash val="solid"/>
                    </a:lnR>
                    <a:lnT w="7200">
                      <a:solidFill>
                        <a:srgbClr val="ffffff"/>
                      </a:solidFill>
                      <a:prstDash val="solid"/>
                    </a:lnT>
                    <a:lnB w="7200">
                      <a:solidFill>
                        <a:srgbClr val="ffffff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tIns="36000" bIns="36000" anchor="t">
                      <a:noAutofit/>
                    </a:bodyPr>
                    <a:p>
                      <a:pPr algn="just"/>
                      <a:r>
                        <a:rPr b="0" lang="en-US" sz="1200" strike="noStrike" u="non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</a:rPr>
                        <a:t>Добра ясність (0.8). Параметри пошуку (версія, ПЗ, архітектура) </a:t>
                      </a:r>
                      <a:r>
                        <a:rPr b="0" lang="en-US" sz="1200" strike="noStrike" u="non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</a:rPr>
                        <a:t>визначені.</a:t>
                      </a:r>
                      <a:endParaRPr b="0" lang="en-US" sz="1200" strike="noStrike" u="non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ffffff"/>
                      </a:solidFill>
                      <a:prstDash val="solid"/>
                    </a:lnL>
                    <a:lnR w="7200">
                      <a:solidFill>
                        <a:srgbClr val="ffffff"/>
                      </a:solidFill>
                      <a:prstDash val="solid"/>
                    </a:lnR>
                    <a:lnT w="7200">
                      <a:solidFill>
                        <a:srgbClr val="ffffff"/>
                      </a:solidFill>
                      <a:prstDash val="solid"/>
                    </a:lnT>
                    <a:lnB w="7200">
                      <a:solidFill>
                        <a:srgbClr val="ffffff"/>
                      </a:solidFill>
                      <a:prstDash val="solid"/>
                    </a:lnB>
                    <a:noFill/>
                  </a:tcPr>
                </a:tc>
              </a:tr>
            </a:tbl>
          </a:graphicData>
        </a:graphic>
      </p:graphicFrame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PresentationGO">
  <a:themeElements>
    <a:clrScheme name="Blue Green">
      <a:dk1>
        <a:srgbClr val="000000"/>
      </a:dk1>
      <a:lt1>
        <a:srgbClr val="ffffff"/>
      </a:lt1>
      <a:dk2>
        <a:srgbClr val="373545"/>
      </a:dk2>
      <a:lt2>
        <a:srgbClr val="cedbe6"/>
      </a:lt2>
      <a:accent1>
        <a:srgbClr val="3494ba"/>
      </a:accent1>
      <a:accent2>
        <a:srgbClr val="58b6c0"/>
      </a:accent2>
      <a:accent3>
        <a:srgbClr val="75bda7"/>
      </a:accent3>
      <a:accent4>
        <a:srgbClr val="7a8c8e"/>
      </a:accent4>
      <a:accent5>
        <a:srgbClr val="84acb6"/>
      </a:accent5>
      <a:accent6>
        <a:srgbClr val="2683c6"/>
      </a:accent6>
      <a:hlink>
        <a:srgbClr val="6b9f25"/>
      </a:hlink>
      <a:folHlink>
        <a:srgbClr val="9f6715"/>
      </a:folHlink>
    </a:clrScheme>
    <a:fontScheme name="Office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Designed by PresentationGO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16.xml><?xml version="1.0" encoding="utf-8"?>
<a:theme xmlns:a="http://schemas.openxmlformats.org/drawingml/2006/main" xmlns:r="http://schemas.openxmlformats.org/officeDocument/2006/relationships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367</TotalTime>
  <Application>LibreOffice/25.8.3.2$Linux_X86_64 LibreOffice_project/580$Build-2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category>Templates</cp:category>
  <dcterms:created xsi:type="dcterms:W3CDTF">2025-12-27T00:18:55Z</dcterms:created>
  <dc:creator/>
  <dc:description>© Copyright PresentationGo.com</dc:description>
  <dc:language>en-US</dc:language>
  <cp:lastModifiedBy/>
  <dcterms:modified xsi:type="dcterms:W3CDTF">2025-12-27T11:23:06Z</dcterms:modified>
  <cp:revision>1</cp:revision>
  <dc:subject/>
  <dc:title>SCIENCE &amp; TECH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otes">
    <vt:i4>8</vt:i4>
  </property>
  <property fmtid="{D5CDD505-2E9C-101B-9397-08002B2CF9AE}" pid="3" name="PresentationFormat">
    <vt:lpwstr>Widescreen</vt:lpwstr>
  </property>
  <property fmtid="{D5CDD505-2E9C-101B-9397-08002B2CF9AE}" pid="4" name="Slides">
    <vt:i4>8</vt:i4>
  </property>
</Properties>
</file>